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t>25,963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t>5,892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0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t>1,011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411480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5720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t>34.0%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411480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5720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Statewise Testing (Till 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234440"/>
                <a:gridCol w="1234440"/>
                <a:gridCol w="1088502"/>
                <a:gridCol w="1088502"/>
                <a:gridCol w="1088502"/>
                <a:gridCol w="1691640"/>
              </a:tblGrid>
              <a:tr h="333102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37.74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28.19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36.85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40.8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35.95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23.2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38.62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23.95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14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42.92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938443" y="181638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8443" y="1816389"/>
            <a:ext cx="24156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443" y="21494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443" y="2149491"/>
            <a:ext cx="1804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8443" y="24825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38443" y="2482593"/>
            <a:ext cx="23586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8443" y="281569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8443" y="2815695"/>
            <a:ext cx="1931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8443" y="314879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8443" y="3148797"/>
            <a:ext cx="2611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38443" y="348189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8443" y="3481899"/>
            <a:ext cx="2301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8443" y="381500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38443" y="3815001"/>
            <a:ext cx="19458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38443" y="41481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38443" y="4148103"/>
            <a:ext cx="14849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38443" y="448120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38443" y="4481205"/>
            <a:ext cx="19618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38443" y="481430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38443" y="4814307"/>
            <a:ext cx="24719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38443" y="514740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38443" y="5147409"/>
            <a:ext cx="15329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38443" y="54805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38443" y="5480511"/>
            <a:ext cx="19727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38443" y="581361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38443" y="5813619"/>
            <a:ext cx="2747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Speciality Wise Testing (Till 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234440"/>
                <a:gridCol w="1234440"/>
                <a:gridCol w="1088502"/>
                <a:gridCol w="1088502"/>
                <a:gridCol w="1088502"/>
                <a:gridCol w="1691640"/>
              </a:tblGrid>
              <a:tr h="58293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29.97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39.2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46.01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938443" y="219113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8443" y="2191131"/>
            <a:ext cx="1918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443" y="27740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443" y="2774061"/>
            <a:ext cx="21468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8443" y="33569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38443" y="3356991"/>
            <a:ext cx="2509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8443" y="39399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8443" y="3939921"/>
            <a:ext cx="19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8443" y="45228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8443" y="4522851"/>
            <a:ext cx="2160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38443" y="51057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8443" y="5105781"/>
            <a:ext cx="29450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8443" y="56887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38443" y="5688711"/>
            <a:ext cx="21570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Age Group Testing (Till 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234440"/>
                <a:gridCol w="1234440"/>
                <a:gridCol w="1088502"/>
                <a:gridCol w="1088502"/>
                <a:gridCol w="1088502"/>
                <a:gridCol w="1691640"/>
              </a:tblGrid>
              <a:tr h="51816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29.09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29.94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37.57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40.41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46.52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34.48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938443" y="20939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8443" y="2093976"/>
            <a:ext cx="1954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443" y="26121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443" y="2612136"/>
            <a:ext cx="18619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8443" y="31302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38443" y="3130296"/>
            <a:ext cx="191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8443" y="36484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8443" y="3648456"/>
            <a:ext cx="21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8443" y="41666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8443" y="4166616"/>
            <a:ext cx="24047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38443" y="46847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8443" y="4684776"/>
            <a:ext cx="2586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8443" y="52029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38443" y="5202936"/>
            <a:ext cx="29776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38443" y="57210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38443" y="5721096"/>
            <a:ext cx="22069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Genderwise Testing (Till 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234440"/>
                <a:gridCol w="1234440"/>
                <a:gridCol w="1088502"/>
                <a:gridCol w="1088502"/>
                <a:gridCol w="1088502"/>
                <a:gridCol w="1691640"/>
              </a:tblGrid>
              <a:tr h="155448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155448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15005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34.9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155448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32.95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938443" y="36484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8443" y="3648456"/>
            <a:ext cx="22338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443" y="52029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443" y="5202936"/>
            <a:ext cx="21090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t>October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t>2025-10-01 to 2025-10-31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Statewise Testing (October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234440"/>
                <a:gridCol w="1234440"/>
                <a:gridCol w="1088502"/>
                <a:gridCol w="1088502"/>
                <a:gridCol w="1088502"/>
                <a:gridCol w="1691640"/>
              </a:tblGrid>
              <a:tr h="333102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40.93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31.22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43.97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25.41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35.59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24.76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46.05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44.44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32.0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15.0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28.57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Goa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31.82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14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22.73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938443" y="181638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8443" y="1816389"/>
            <a:ext cx="26198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443" y="21494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443" y="2149491"/>
            <a:ext cx="1998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8443" y="24825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38443" y="2482593"/>
            <a:ext cx="2814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8443" y="281569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8443" y="2815695"/>
            <a:ext cx="1626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8443" y="314879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8443" y="3148797"/>
            <a:ext cx="22780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38443" y="348189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8443" y="3481899"/>
            <a:ext cx="15848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8443" y="381500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38443" y="3815001"/>
            <a:ext cx="2947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38443" y="41481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38443" y="4148103"/>
            <a:ext cx="2844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38443" y="448120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38443" y="4481205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38443" y="481430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38443" y="4814307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38443" y="514740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38443" y="5147409"/>
            <a:ext cx="18287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38443" y="54805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38443" y="5480511"/>
            <a:ext cx="20367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38443" y="581361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38443" y="5813619"/>
            <a:ext cx="14549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Speciality Wise Testing (October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234440"/>
                <a:gridCol w="1234440"/>
                <a:gridCol w="1088502"/>
                <a:gridCol w="1088502"/>
                <a:gridCol w="1088502"/>
                <a:gridCol w="1691640"/>
              </a:tblGrid>
              <a:tr h="51816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26.84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51.06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35.02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47.57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Not Known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32.98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28.57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24.24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938443" y="20939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8443" y="2093976"/>
            <a:ext cx="17179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443" y="26121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443" y="2612136"/>
            <a:ext cx="3268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8443" y="31302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38443" y="3130296"/>
            <a:ext cx="2241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8443" y="36484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8443" y="3648456"/>
            <a:ext cx="1969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8443" y="41666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8443" y="4166616"/>
            <a:ext cx="30448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38443" y="46847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8443" y="4684776"/>
            <a:ext cx="21109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8443" y="52029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38443" y="5202936"/>
            <a:ext cx="18287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38443" y="57210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38443" y="5721096"/>
            <a:ext cx="1551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Age Group Testing (October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234440"/>
                <a:gridCol w="1234440"/>
                <a:gridCol w="1088502"/>
                <a:gridCol w="1088502"/>
                <a:gridCol w="1088502"/>
                <a:gridCol w="1691640"/>
              </a:tblGrid>
              <a:tr h="58293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25.61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20.57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32.56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37.3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38.91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45.65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51.61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938443" y="219113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8443" y="2191131"/>
            <a:ext cx="1639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443" y="27740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443" y="2774061"/>
            <a:ext cx="1316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38443" y="33569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38443" y="3356991"/>
            <a:ext cx="2084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8443" y="39399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8443" y="3939921"/>
            <a:ext cx="23874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8443" y="45228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8443" y="4522851"/>
            <a:ext cx="2490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38443" y="51057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8443" y="5105781"/>
            <a:ext cx="29219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8443" y="56887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38443" y="5688711"/>
            <a:ext cx="3303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Genderwise Testing (October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234440"/>
                <a:gridCol w="1234440"/>
                <a:gridCol w="1088502"/>
                <a:gridCol w="1088502"/>
                <a:gridCol w="1088502"/>
                <a:gridCol w="1691640"/>
              </a:tblGrid>
              <a:tr h="155448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155448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38.2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1554480"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938443" y="36484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8443" y="3648456"/>
            <a:ext cx="2445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38443" y="52029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38443" y="5202936"/>
            <a:ext cx="2130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