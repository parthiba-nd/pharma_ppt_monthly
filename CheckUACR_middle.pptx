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39,421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14,709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2,170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1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84904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182149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251525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284835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3181455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3847659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2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92650" y="418076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2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2650" y="451386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2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92650" y="484696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92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92650" y="5180067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92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2650" y="5513169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92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92650" y="5846277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82822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11969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241115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270262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299408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328555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357701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2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92650" y="386848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2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2650" y="415994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2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92650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92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92650" y="474287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92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2650" y="503434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92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92650" y="532580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92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92650" y="561727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92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92650" y="590873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46634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91566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382012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284835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3314700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3781044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424738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4713732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2650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92650" y="518007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2650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2650" y="5646420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404518"/>
                <a:gridCol w="1404518"/>
                <a:gridCol w="1404518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10296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00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0922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0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0922" y="245973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0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0922" y="297789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0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0922" y="349605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0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0922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0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0922" y="453237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0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0922" y="50505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0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0922" y="556869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404518"/>
                <a:gridCol w="1404518"/>
                <a:gridCol w="1404518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22911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11656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00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0922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0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0922" y="401421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3,958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1,257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19456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450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32%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4114800"/>
            <a:ext cx="1783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5720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November 2025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333102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333114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84904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25152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28483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3181455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3847659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2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92650" y="418076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2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2650" y="451386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2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92650" y="4846965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92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92650" y="518006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92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2650" y="5513169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92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92650" y="584627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Dindigul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Mancherial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291465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82822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11969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241115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270262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299408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328555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357701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92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92650" y="3868483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2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2650" y="415994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2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92650" y="4451413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92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92650" y="474287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92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2650" y="503434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92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92650" y="532580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92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92650" y="561727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92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92650" y="590873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9287010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234440"/>
                <a:gridCol w="1123614"/>
                <a:gridCol w="1123614"/>
                <a:gridCol w="1123614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82930"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92650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92650" y="197396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92650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92650" y="255689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92650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2650" y="313982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2650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92650" y="372275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92650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2650" y="430568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92650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92650" y="488861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92650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2650" y="547154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404518"/>
                <a:gridCol w="1404518"/>
                <a:gridCol w="1404518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51816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00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0922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0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0922" y="245973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0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0922" y="297789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00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0922" y="349605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0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0922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0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0922" y="453237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0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0922" y="505053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0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0922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27432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234440"/>
                <a:gridCol w="1404518"/>
                <a:gridCol w="1404518"/>
                <a:gridCol w="1404518"/>
                <a:gridCol w="1691640"/>
              </a:tblGrid>
              <a:tr h="365760"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</a:tr>
              <a:tr h="1554480"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00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0922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0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0922" y="401421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3796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