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C61D35-BA13-462F-B59B-340F5C5F68EF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2A610E-BE6B-466B-902D-1248FAC9B7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6757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44c83cd3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44c83cd3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c4cacc58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g22c4cacc583_0_2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Helvetica Neue"/>
                <a:ea typeface="Helvetica Neue"/>
                <a:cs typeface="Helvetica Neue"/>
                <a:sym typeface="Helvetica Neue"/>
              </a:rPr>
              <a:t>DON’T FORGET TO SET NEXT STEPS BEFORE LEAVING THE MEETING!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7947-593C-A396-7BAC-67E649DB4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D31E4-A1FC-1E49-60E4-1CF9DF475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019D0-31CE-75EC-9340-645758FF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BD446-3029-2D2C-4784-3820CCF7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7D3D-56BE-E602-5A65-8546ED11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39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4FDA-6219-FC24-7703-B863A8142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470AA-A2ED-CEA7-DE78-7452BCB22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D2BD5-9F84-F0B6-301C-FFFEC7EA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829F2-CF80-A474-70CE-1B3DBFC5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052CF-E1DB-6546-F241-5FDED0CE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566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B30-1954-EDD0-04B4-829E2E2E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596F9-1CC7-2492-CC16-DAC5915FE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B5D4-E90E-764A-70BF-8BD40649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D3E95-9558-6FB7-42BC-EA1AFA010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E126E-DE0A-455F-F2F4-439D6557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58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F1D57-BCED-5BB8-D2D4-42EABBA2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A45D6-03A8-2423-5778-8D23B98F9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D5E9D-D827-66FC-41A6-CE90EC9FD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036E7-F086-BDEC-AFDE-F4420DD9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683AF-F968-3916-B923-264BE5C8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FFBCC-06D3-16C6-B189-311C022A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4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A4ED-97A1-AEEF-C834-05B7967A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CB650-29F9-5029-D246-6AC5E9B57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1BA69-AA8C-C4E3-C007-BA3B7D036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07515-D5FE-1263-84D3-C303C8683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57E8F-FF2A-121A-1BDA-440C1E0DF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5B677-AC64-BD1B-07AC-064CA545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D8006-610B-D2E1-008C-3BD3A1FD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020A6-4C52-45E3-3B76-5DD3435B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905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4DD4-6E8F-F59B-6056-B3A806F2E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5E97ED-9F59-6649-2333-44E3F05A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28B82-4E0B-1451-DC87-4D93FAF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3D336-5488-8179-4F4F-E68B92BE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08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F741E-1AE3-8DA5-4393-6C383D59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BFCED-B913-B9C8-D7E9-BB1FDAF2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A285D-F645-10AF-85CC-E7AFA268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31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C6DD-4F97-B62E-C5C9-66B2EA50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B199E-3A5C-459A-CB25-FE8C8438B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76774-5141-6BD1-7601-31776889C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5D428-2D45-1448-D74C-917526BF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D02B9-91F9-16F4-018D-E976F311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2DADE-4F9F-B6F9-9115-DA604D7F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42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1DF-718E-42E8-381C-D8E38A7A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1AD58D-2522-4C5E-7439-444FDB6E9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A56D3-749B-236D-58B6-D76BCC780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E4725-314C-94B7-4AB1-EC00C2AD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0705D-56C5-44C9-4C39-9927E09B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5376E-6135-16F6-DA9E-5E29AFE2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57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9B51-2783-50DB-41CE-168FB4BE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558B7-1150-C999-3D8C-8B7F8BD78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0A289-D7DF-7843-DA0D-B6891585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42F3A-AA54-646D-164D-DF1194A2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E39D-F44A-9CE4-C24A-19F69C1D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28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9E8DC-DFE3-645F-6E5B-30232C1AE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05055-6B29-FDFF-5CF3-31B078E9F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39951-3E4D-B843-7052-FE80B5CA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6D8D9-EC3F-673B-3714-1E9BE8E3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70D6-EAEE-92DD-2C9E-7665EB95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88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C1590-A7E2-3741-58CB-64370A26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D1070-A132-EDF7-9A7C-5C2C542A2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4BDF2-0151-9C71-4399-5F716975B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7FFBC-48ED-4B83-3337-D2BA77C91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CF6A2-8D80-7141-BCAC-513A42C6E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82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hbdashboard.neodocs.in/pharmaInsight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mailto:name@email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07;p28">
            <a:extLst>
              <a:ext uri="{FF2B5EF4-FFF2-40B4-BE49-F238E27FC236}">
                <a16:creationId xmlns:a16="http://schemas.microsoft.com/office/drawing/2014/main" id="{C57DB77E-FF9F-A265-7C0F-3E7F74099BE4}"/>
              </a:ext>
            </a:extLst>
          </p:cNvPr>
          <p:cNvSpPr/>
          <p:nvPr/>
        </p:nvSpPr>
        <p:spPr>
          <a:xfrm>
            <a:off x="1403858" y="1243231"/>
            <a:ext cx="2511940" cy="613465"/>
          </a:xfrm>
          <a:custGeom>
            <a:avLst/>
            <a:gdLst/>
            <a:ahLst/>
            <a:cxnLst/>
            <a:rect l="l" t="t" r="r" b="b"/>
            <a:pathLst>
              <a:path w="5023879" h="1226930" extrusionOk="0">
                <a:moveTo>
                  <a:pt x="0" y="0"/>
                </a:moveTo>
                <a:lnTo>
                  <a:pt x="5023879" y="0"/>
                </a:lnTo>
                <a:lnTo>
                  <a:pt x="5023879" y="1226931"/>
                </a:lnTo>
                <a:lnTo>
                  <a:pt x="0" y="122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" name="Google Shape;108;p28">
            <a:extLst>
              <a:ext uri="{FF2B5EF4-FFF2-40B4-BE49-F238E27FC236}">
                <a16:creationId xmlns:a16="http://schemas.microsoft.com/office/drawing/2014/main" id="{ECE8B48F-6045-330C-F4FD-84993F15F781}"/>
              </a:ext>
            </a:extLst>
          </p:cNvPr>
          <p:cNvGrpSpPr/>
          <p:nvPr/>
        </p:nvGrpSpPr>
        <p:grpSpPr>
          <a:xfrm>
            <a:off x="-1" y="785191"/>
            <a:ext cx="5675243" cy="6063310"/>
            <a:chOff x="0" y="-47625"/>
            <a:chExt cx="2295300" cy="3252300"/>
          </a:xfrm>
        </p:grpSpPr>
        <p:sp>
          <p:nvSpPr>
            <p:cNvPr id="16" name="Google Shape;109;p28">
              <a:extLst>
                <a:ext uri="{FF2B5EF4-FFF2-40B4-BE49-F238E27FC236}">
                  <a16:creationId xmlns:a16="http://schemas.microsoft.com/office/drawing/2014/main" id="{1515941E-2F73-39A9-F6D1-C245EFE9567F}"/>
                </a:ext>
              </a:extLst>
            </p:cNvPr>
            <p:cNvSpPr/>
            <p:nvPr/>
          </p:nvSpPr>
          <p:spPr>
            <a:xfrm>
              <a:off x="0" y="0"/>
              <a:ext cx="2295171" cy="3204568"/>
            </a:xfrm>
            <a:custGeom>
              <a:avLst/>
              <a:gdLst/>
              <a:ahLst/>
              <a:cxnLst/>
              <a:rect l="l" t="t" r="r" b="b"/>
              <a:pathLst>
                <a:path w="2295171" h="3204568" extrusionOk="0">
                  <a:moveTo>
                    <a:pt x="0" y="0"/>
                  </a:moveTo>
                  <a:lnTo>
                    <a:pt x="2295171" y="0"/>
                  </a:lnTo>
                  <a:lnTo>
                    <a:pt x="2295171" y="3204568"/>
                  </a:lnTo>
                  <a:lnTo>
                    <a:pt x="0" y="3204568"/>
                  </a:lnTo>
                  <a:close/>
                </a:path>
              </a:pathLst>
            </a:custGeom>
            <a:solidFill>
              <a:srgbClr val="E0F2FF"/>
            </a:solidFill>
            <a:ln>
              <a:noFill/>
            </a:ln>
          </p:spPr>
        </p:sp>
        <p:sp>
          <p:nvSpPr>
            <p:cNvPr id="17" name="Google Shape;110;p28">
              <a:extLst>
                <a:ext uri="{FF2B5EF4-FFF2-40B4-BE49-F238E27FC236}">
                  <a16:creationId xmlns:a16="http://schemas.microsoft.com/office/drawing/2014/main" id="{C346E127-1C38-BAAE-6A5F-160086CBACDC}"/>
                </a:ext>
              </a:extLst>
            </p:cNvPr>
            <p:cNvSpPr txBox="1"/>
            <p:nvPr/>
          </p:nvSpPr>
          <p:spPr>
            <a:xfrm>
              <a:off x="0" y="-47625"/>
              <a:ext cx="2295300" cy="325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11;p28">
            <a:extLst>
              <a:ext uri="{FF2B5EF4-FFF2-40B4-BE49-F238E27FC236}">
                <a16:creationId xmlns:a16="http://schemas.microsoft.com/office/drawing/2014/main" id="{75F79E9F-3C1E-05FE-8844-D49EA17C3A0C}"/>
              </a:ext>
            </a:extLst>
          </p:cNvPr>
          <p:cNvSpPr/>
          <p:nvPr/>
        </p:nvSpPr>
        <p:spPr>
          <a:xfrm>
            <a:off x="0" y="9499"/>
            <a:ext cx="12191999" cy="885150"/>
          </a:xfrm>
          <a:custGeom>
            <a:avLst/>
            <a:gdLst/>
            <a:ahLst/>
            <a:cxnLst/>
            <a:rect l="l" t="t" r="r" b="b"/>
            <a:pathLst>
              <a:path w="19027352" h="1331915" extrusionOk="0">
                <a:moveTo>
                  <a:pt x="0" y="0"/>
                </a:moveTo>
                <a:lnTo>
                  <a:pt x="19027352" y="0"/>
                </a:lnTo>
                <a:lnTo>
                  <a:pt x="19027352" y="1331914"/>
                </a:lnTo>
                <a:lnTo>
                  <a:pt x="0" y="133191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9" name="Google Shape;112;p28">
            <a:extLst>
              <a:ext uri="{FF2B5EF4-FFF2-40B4-BE49-F238E27FC236}">
                <a16:creationId xmlns:a16="http://schemas.microsoft.com/office/drawing/2014/main" id="{452C1843-49AD-792D-13D8-27FEEAE9EC61}"/>
              </a:ext>
            </a:extLst>
          </p:cNvPr>
          <p:cNvSpPr txBox="1"/>
          <p:nvPr/>
        </p:nvSpPr>
        <p:spPr>
          <a:xfrm>
            <a:off x="3482283" y="258954"/>
            <a:ext cx="527958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MONTHLY</a:t>
            </a:r>
            <a:r>
              <a:rPr lang="en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UPDATE - HB CAMPS</a:t>
            </a:r>
            <a:endParaRPr sz="900" dirty="0"/>
          </a:p>
        </p:txBody>
      </p:sp>
      <p:pic>
        <p:nvPicPr>
          <p:cNvPr id="20" name="Google Shape;113;p28">
            <a:extLst>
              <a:ext uri="{FF2B5EF4-FFF2-40B4-BE49-F238E27FC236}">
                <a16:creationId xmlns:a16="http://schemas.microsoft.com/office/drawing/2014/main" id="{1C21DF73-F2FE-5FC3-E118-31D29DC8C0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426" y="1378134"/>
            <a:ext cx="3647661" cy="1009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38DF7D0-89B7-9D25-ABD4-6832EA019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1871" y="939296"/>
            <a:ext cx="9799983" cy="6205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A2434E-8DE4-71E2-D9EF-73592C3773A5}"/>
              </a:ext>
            </a:extLst>
          </p:cNvPr>
          <p:cNvSpPr txBox="1"/>
          <p:nvPr/>
        </p:nvSpPr>
        <p:spPr>
          <a:xfrm>
            <a:off x="362537" y="5522356"/>
            <a:ext cx="55359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800" b="1" i="0" u="none" strike="noStrike" dirty="0">
                <a:solidFill>
                  <a:srgbClr val="2F5496"/>
                </a:solidFill>
                <a:effectLst/>
                <a:latin typeface="Calibri" panose="020F0502020204030204" pitchFamily="34" charset="0"/>
              </a:rPr>
              <a:t>Instant Hemoglobin test on any phone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dirty="0"/>
            </a:b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686400B-D448-B257-6ED1-464407AA6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8723" y="2633983"/>
            <a:ext cx="2683565" cy="2683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746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5165" y="365760"/>
            <a:ext cx="2121670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02020"/>
                </a:solidFill>
              </a:defRPr>
            </a:pPr>
            <a:r>
              <a:rPr sz="3800"/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0"/>
            <a:ext cx="1061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6358" y="2651761"/>
            <a:ext cx="111280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21,473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0"/>
            <a:ext cx="1212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9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1,539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0" y="2194560"/>
            <a:ext cx="130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87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985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0"/>
            <a:ext cx="11224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Anaemic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484" y="4572001"/>
            <a:ext cx="764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48%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0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2712" y="457200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1428" y="320041"/>
            <a:ext cx="694914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336178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661548" cy="4696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3844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773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1832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796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1565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Andhra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2478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678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Kerala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2332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1263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Telangana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Rajasthan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794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672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Odisha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Uttarakhand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Bihar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311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Goa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184904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9" y="1849047"/>
            <a:ext cx="33284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18214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9" y="2182149"/>
            <a:ext cx="34564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25152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8" y="2515251"/>
            <a:ext cx="3264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28483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8" y="2848353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318145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8" y="3181455"/>
            <a:ext cx="2880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351455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8" y="3514557"/>
            <a:ext cx="27523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91188" y="384765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1188" y="3847659"/>
            <a:ext cx="3264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91188" y="41807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591188" y="4180761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91188" y="451386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91188" y="4513863"/>
            <a:ext cx="37124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91188" y="484696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91189" y="4846965"/>
            <a:ext cx="31363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591188" y="518006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91188" y="5180067"/>
            <a:ext cx="1280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591188" y="551316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591189" y="5513169"/>
            <a:ext cx="33284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91188" y="584627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91189" y="5846277"/>
            <a:ext cx="40965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31233" y="320041"/>
            <a:ext cx="672953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City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37781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1"/>
          <a:ext cx="9661548" cy="4737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Kolkata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1760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851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Kochi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989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658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Hyderabad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975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Mysuru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Jaipur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693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672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Prayagraj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659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Bengaluru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Varanasi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Tiruppur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Tirupati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Tirunelveli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Chennai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Gorakhpur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Bhubaneswar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18282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8" y="1828228"/>
            <a:ext cx="3264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1196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8" y="2119693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241115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8" y="2411158"/>
            <a:ext cx="33924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270262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8" y="2702623"/>
            <a:ext cx="33924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29940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8" y="2994088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32855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8" y="3285553"/>
            <a:ext cx="37124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91188" y="35770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1188" y="3577018"/>
            <a:ext cx="38404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91188" y="386848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591188" y="3868483"/>
            <a:ext cx="27523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91188" y="415994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91188" y="4159948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91188" y="44514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91189" y="4451413"/>
            <a:ext cx="31363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591188" y="474287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91188" y="4742878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591188" y="503434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591189" y="5034343"/>
            <a:ext cx="26883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91188" y="53258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91188" y="5325808"/>
            <a:ext cx="35844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591188" y="561727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591188" y="5617273"/>
            <a:ext cx="30723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591188" y="590873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591188" y="5908738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42317" y="320041"/>
            <a:ext cx="77073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37781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1"/>
          <a:ext cx="9661548" cy="4737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General Physician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8479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1695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4384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Nephrologist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2875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689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1468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Internal Medicine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2453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2398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Gynaecologist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General Surgeon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Orthopedic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Cardiologist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Diabetologist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Urologist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Gastroenterologist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Pulmonologist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Endocrinologist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Oncologist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Neurologist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18282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8" y="1828228"/>
            <a:ext cx="30723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1196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8" y="2119693"/>
            <a:ext cx="30723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241115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8" y="2411158"/>
            <a:ext cx="2880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270262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9" y="2702623"/>
            <a:ext cx="31363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29940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8" y="2994088"/>
            <a:ext cx="2944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32855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9" y="3285553"/>
            <a:ext cx="33284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91188" y="35770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1189" y="3577018"/>
            <a:ext cx="33284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91188" y="386848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591188" y="3868483"/>
            <a:ext cx="2880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91188" y="415994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91188" y="4159948"/>
            <a:ext cx="30723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91188" y="44514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91188" y="4451413"/>
            <a:ext cx="30723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591188" y="474287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91189" y="4742878"/>
            <a:ext cx="26883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591188" y="503434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591189" y="5034343"/>
            <a:ext cx="24963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91188" y="53258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91189" y="5325808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591188" y="561727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591188" y="5617273"/>
            <a:ext cx="27523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591188" y="590873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591189" y="5908738"/>
            <a:ext cx="36484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6942" y="320041"/>
            <a:ext cx="693811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1511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76184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6162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1398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877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1085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2727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4096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979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3198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773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1545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2088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877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&gt;90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105824" y="19415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105825" y="1941576"/>
            <a:ext cx="26883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05824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05825" y="2459736"/>
            <a:ext cx="28163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105824" y="29778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105825" y="2977896"/>
            <a:ext cx="30083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105824" y="34960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105824" y="3496056"/>
            <a:ext cx="3264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105824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105824" y="4014216"/>
            <a:ext cx="37124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105824" y="45323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105824" y="4532376"/>
            <a:ext cx="42245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105824" y="50505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105825" y="5050536"/>
            <a:ext cx="47365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105824" y="55686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105825" y="5568696"/>
            <a:ext cx="46085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9067" y="320041"/>
            <a:ext cx="73338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76184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11357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3878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10116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2030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1281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105824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105824" y="2459736"/>
            <a:ext cx="37124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05824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05824" y="4014216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27513" y="2697480"/>
            <a:ext cx="533697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02020"/>
                </a:solidFill>
              </a:defRPr>
            </a:pPr>
            <a:r>
              <a:rPr sz="4000"/>
              <a:t>November 2025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40762" y="3520440"/>
            <a:ext cx="291047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87878"/>
                </a:solidFill>
              </a:defRPr>
            </a:pPr>
            <a:r>
              <a:rPr sz="2000"/>
              <a:t>01-11-2025 to 30-11-2025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425196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0"/>
            <a:ext cx="1061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5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2,192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0"/>
            <a:ext cx="1212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883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169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0" y="2194560"/>
            <a:ext cx="130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87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156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0"/>
            <a:ext cx="11224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Anaemic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484" y="4572001"/>
            <a:ext cx="764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54%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0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2712" y="457200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82290" y="457201"/>
            <a:ext cx="462742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November 2025 Overview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1189" y="320041"/>
            <a:ext cx="634962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336178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661548" cy="4696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Kerala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Andhra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Telangana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Goa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Uttarakhand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Tripura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Odisha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Assam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311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Haryana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184904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8" y="1849047"/>
            <a:ext cx="40325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18214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8" y="2182149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25152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8" y="2515251"/>
            <a:ext cx="40325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28483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9" y="2848353"/>
            <a:ext cx="36484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318145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8" y="3181455"/>
            <a:ext cx="33924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351455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9" y="3514557"/>
            <a:ext cx="34564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91188" y="384765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1188" y="3847659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91188" y="41807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591188" y="4180761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91188" y="451386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91189" y="4513863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91188" y="484696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91189" y="4846965"/>
            <a:ext cx="50566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591188" y="518006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91188" y="5180067"/>
            <a:ext cx="35204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591188" y="551316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591188" y="5513169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91188" y="584627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91188" y="5846277"/>
            <a:ext cx="64008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30995" y="320041"/>
            <a:ext cx="61300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City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37781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1"/>
          <a:ext cx="9661548" cy="4737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Hyderabad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Kochi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Kolkata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Bengaluru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Vellore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Panaji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Tirupati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Kanpur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Tiruppur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Guntur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Durgapur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Bareilly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Ongole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Nellore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Kalyani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18282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8" y="1828228"/>
            <a:ext cx="35844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1196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9" y="2119693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241115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8" y="2411158"/>
            <a:ext cx="40325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270262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9" y="2702623"/>
            <a:ext cx="34564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29940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8" y="2994088"/>
            <a:ext cx="3264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32855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8" y="3285553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91188" y="35770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1188" y="3577018"/>
            <a:ext cx="38404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91188" y="386848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591189" y="3868483"/>
            <a:ext cx="33284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91188" y="415994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91189" y="4159948"/>
            <a:ext cx="44165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91188" y="44514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91189" y="4451413"/>
            <a:ext cx="44165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591188" y="474287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91189" y="4742878"/>
            <a:ext cx="34564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591188" y="503434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591189" y="5034343"/>
            <a:ext cx="46085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91188" y="53258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91188" y="5325808"/>
            <a:ext cx="48646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591188" y="561727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591188" y="5617273"/>
            <a:ext cx="3264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591188" y="590873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591188" y="5908738"/>
            <a:ext cx="59527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42079" y="320041"/>
            <a:ext cx="710784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28066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661548" cy="4640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General Physician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869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Internal Medicine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Gynaecologist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Nephrologist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General Surgeon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Diabetologist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Pulmonologist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Neurologist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Cardiologist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Gastroenterologist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187680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9" y="1876806"/>
            <a:ext cx="37764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26542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8" y="2265426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265404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8" y="2654046"/>
            <a:ext cx="3264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304266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8" y="3042666"/>
            <a:ext cx="35844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343128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9" y="3431286"/>
            <a:ext cx="31363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381990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9" y="3819906"/>
            <a:ext cx="37764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91188" y="420852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1189" y="4208526"/>
            <a:ext cx="31363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91188" y="459714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591188" y="4597146"/>
            <a:ext cx="2944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91188" y="498576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91189" y="4985766"/>
            <a:ext cx="40965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91188" y="537438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91188" y="5374386"/>
            <a:ext cx="45445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591188" y="576300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91188" y="5763006"/>
            <a:ext cx="2944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703" y="320041"/>
            <a:ext cx="633859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1511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76184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652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&gt;90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105824" y="19415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105824" y="1941576"/>
            <a:ext cx="2944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05824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05824" y="2459736"/>
            <a:ext cx="30723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105824" y="29778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105824" y="2977896"/>
            <a:ext cx="35844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105824" y="34960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105824" y="3496056"/>
            <a:ext cx="39044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105824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105824" y="4014216"/>
            <a:ext cx="42245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105824" y="45323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105824" y="4532376"/>
            <a:ext cx="48646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105824" y="50505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105825" y="5050536"/>
            <a:ext cx="52486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105824" y="55686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105824" y="5568696"/>
            <a:ext cx="64008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28828" y="320041"/>
            <a:ext cx="673434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76184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1185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105824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105824" y="2459736"/>
            <a:ext cx="41605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05824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05824" y="4014216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4;p24">
            <a:extLst>
              <a:ext uri="{FF2B5EF4-FFF2-40B4-BE49-F238E27FC236}">
                <a16:creationId xmlns:a16="http://schemas.microsoft.com/office/drawing/2014/main" id="{B69B25A1-A05C-E6CF-B098-3CD9FB1AE39E}"/>
              </a:ext>
            </a:extLst>
          </p:cNvPr>
          <p:cNvSpPr txBox="1">
            <a:spLocks/>
          </p:cNvSpPr>
          <p:nvPr/>
        </p:nvSpPr>
        <p:spPr>
          <a:xfrm>
            <a:off x="1238932" y="1919888"/>
            <a:ext cx="9714136" cy="2261667"/>
          </a:xfrm>
          <a:prstGeom prst="rect">
            <a:avLst/>
          </a:prstGeom>
        </p:spPr>
        <p:txBody>
          <a:bodyPr spcFirstLastPara="1" wrap="square" lIns="121900" tIns="60933" rIns="121900" bIns="60933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50000"/>
              </a:lnSpc>
              <a:spcBef>
                <a:spcPts val="1333"/>
              </a:spcBef>
            </a:pPr>
            <a:r>
              <a:rPr lang="en-US" sz="4933" b="1" dirty="0"/>
              <a:t>For more insights, login here:</a:t>
            </a:r>
          </a:p>
          <a:p>
            <a:pPr algn="ctr">
              <a:lnSpc>
                <a:spcPct val="150000"/>
              </a:lnSpc>
              <a:spcBef>
                <a:spcPts val="1333"/>
              </a:spcBef>
              <a:buClr>
                <a:schemeClr val="dk1"/>
              </a:buClr>
              <a:buSzPts val="1100"/>
            </a:pPr>
            <a:r>
              <a:rPr lang="en-US" sz="4933" u="sng" dirty="0">
                <a:solidFill>
                  <a:schemeClr val="hlink"/>
                </a:solidFill>
                <a:hlinkClick r:id="rId3"/>
              </a:rPr>
              <a:t>https://hbdashboard.neodocs.in/</a:t>
            </a:r>
            <a:endParaRPr lang="en-US" sz="493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1"/>
          <p:cNvSpPr txBox="1">
            <a:spLocks noGrp="1"/>
          </p:cNvSpPr>
          <p:nvPr>
            <p:ph type="title"/>
          </p:nvPr>
        </p:nvSpPr>
        <p:spPr>
          <a:xfrm>
            <a:off x="889000" y="2239592"/>
            <a:ext cx="10414000" cy="232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b" anchorCtr="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5600"/>
            </a:pPr>
            <a:r>
              <a:rPr lang="en" sz="7466" b="1">
                <a:solidFill>
                  <a:srgbClr val="0B539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you!</a:t>
            </a:r>
            <a:endParaRPr sz="667">
              <a:solidFill>
                <a:srgbClr val="0B5394"/>
              </a:solidFill>
            </a:endParaRPr>
          </a:p>
        </p:txBody>
      </p:sp>
      <p:sp>
        <p:nvSpPr>
          <p:cNvPr id="199" name="Google Shape;199;p41"/>
          <p:cNvSpPr txBox="1"/>
          <p:nvPr/>
        </p:nvSpPr>
        <p:spPr>
          <a:xfrm>
            <a:off x="2264281" y="5187784"/>
            <a:ext cx="7663600" cy="11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algn="ctr">
              <a:buClr>
                <a:srgbClr val="000000"/>
              </a:buClr>
              <a:buSzPts val="3800"/>
            </a:pPr>
            <a:endParaRPr sz="5067" u="sng">
              <a:solidFill>
                <a:schemeClr val="hlink"/>
              </a:solidFill>
              <a:latin typeface="Helvetica Neue"/>
              <a:ea typeface="Helvetica Neue"/>
              <a:cs typeface="Helvetica Neue"/>
              <a:sym typeface="Helvetica Neue"/>
              <a:hlinkClick r:id="rId3"/>
            </a:endParaRPr>
          </a:p>
        </p:txBody>
      </p:sp>
      <p:pic>
        <p:nvPicPr>
          <p:cNvPr id="200" name="Google Shape;20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3985" y="957834"/>
            <a:ext cx="7589367" cy="185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1"/>
          <p:cNvSpPr txBox="1">
            <a:spLocks noGrp="1"/>
          </p:cNvSpPr>
          <p:nvPr>
            <p:ph type="body" idx="1"/>
          </p:nvPr>
        </p:nvSpPr>
        <p:spPr>
          <a:xfrm>
            <a:off x="2264267" y="5086200"/>
            <a:ext cx="8205600" cy="84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Contact Us: </a:t>
            </a: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Rajendra Bhaskar +91 99873 39111</a:t>
            </a:r>
            <a:endParaRPr sz="1867">
              <a:solidFill>
                <a:srgbClr val="212121"/>
              </a:solidFill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1314</Words>
  <Application>Microsoft Office PowerPoint</Application>
  <PresentationFormat>Widescreen</PresentationFormat>
  <Paragraphs>946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Helvetica Neue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PARTHIBA MUKHOPADHYAY</dc:creator>
  <cp:lastModifiedBy>PARTHIBA MUKHOPADHYAY</cp:lastModifiedBy>
  <cp:revision>10</cp:revision>
  <dcterms:created xsi:type="dcterms:W3CDTF">2025-11-20T10:32:54Z</dcterms:created>
  <dcterms:modified xsi:type="dcterms:W3CDTF">2025-12-01T12:58:45Z</dcterms:modified>
</cp:coreProperties>
</file>