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0516A-0D2A-4463-8448-752AB00C312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637309-C119-44C0-AA7C-EDBCD79875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63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ECF03E53-727E-8CA3-205B-FC0E1CF0C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>
            <a:extLst>
              <a:ext uri="{FF2B5EF4-FFF2-40B4-BE49-F238E27FC236}">
                <a16:creationId xmlns:a16="http://schemas.microsoft.com/office/drawing/2014/main" id="{6871DD35-9278-4A04-E297-17183DBBA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>
            <a:extLst>
              <a:ext uri="{FF2B5EF4-FFF2-40B4-BE49-F238E27FC236}">
                <a16:creationId xmlns:a16="http://schemas.microsoft.com/office/drawing/2014/main" id="{902076E1-22D3-FAD9-2AEF-2625B1B4C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054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3bd387c28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3bd387c28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kddashboard.neodocs.in/daily_overvie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linic.neodocs.in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893905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5420758" cy="611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B5394"/>
                </a:solidFill>
              </a:rPr>
              <a:t>Instant UACR on any phone </a:t>
            </a:r>
            <a:endParaRPr sz="20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B5394"/>
                </a:solidFill>
              </a:rPr>
              <a:t>In-clinic + At-home</a:t>
            </a:r>
            <a:endParaRPr sz="20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0;p13">
            <a:extLst>
              <a:ext uri="{FF2B5EF4-FFF2-40B4-BE49-F238E27FC236}">
                <a16:creationId xmlns:a16="http://schemas.microsoft.com/office/drawing/2014/main" id="{36B99462-F526-19E7-3B26-13034F9FAEB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887" y="2758603"/>
            <a:ext cx="5716809" cy="17731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8,687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9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1,314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321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858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6870" y="4572001"/>
            <a:ext cx="3529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00307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362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01559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2015598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68180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681803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3480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348008"/>
            <a:ext cx="1344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40142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4014213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6804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4680418"/>
            <a:ext cx="1024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53466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4" y="5346626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202936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562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806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Nagpur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Madurai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91566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915668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38201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382012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8483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2848356"/>
            <a:ext cx="1344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331470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3314700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3781044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3781044"/>
            <a:ext cx="1024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42473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4247388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471373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4" y="4713732"/>
            <a:ext cx="12161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51800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3" y="5180076"/>
            <a:ext cx="3200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564642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5646420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973961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556891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4" y="3139821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4" y="3722751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4" y="4305681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4888611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4" y="5471541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1245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1407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1941576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2459736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44378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44378" y="2977896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44378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44379" y="3496056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44378" y="4014216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44378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44378" y="4532376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44378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44378" y="5050536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44378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44379" y="5568696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5278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3409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2573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2459736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4014216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1,172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3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144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858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6870" y="4572001"/>
            <a:ext cx="3529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00307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362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01559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2015598"/>
            <a:ext cx="10881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68180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4" y="2681803"/>
            <a:ext cx="10881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3480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348008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40142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4014213"/>
            <a:ext cx="8321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6804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4680418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53466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5346626"/>
            <a:ext cx="11521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202936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562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Nagpur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Madurai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91566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1915668"/>
            <a:ext cx="10881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38201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382012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8483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2848356"/>
            <a:ext cx="11521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331470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3314700"/>
            <a:ext cx="8321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3781044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3781044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42473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4247388"/>
            <a:ext cx="11521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471373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4" y="4713732"/>
            <a:ext cx="12161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51800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3" y="5180076"/>
            <a:ext cx="3200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564642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5646420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00307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362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01559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2015598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68180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4" y="2681803"/>
            <a:ext cx="7680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3480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348008"/>
            <a:ext cx="1344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40142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4014213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6804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4680418"/>
            <a:ext cx="8321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53466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5346626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287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1941576"/>
            <a:ext cx="11521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2459736"/>
            <a:ext cx="960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44378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44379" y="2977896"/>
            <a:ext cx="12161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44378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44378" y="3496056"/>
            <a:ext cx="11521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44379" y="4014216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44378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44378" y="4532376"/>
            <a:ext cx="11521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44378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44379" y="5050536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44378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44378" y="5568696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2459736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4014216"/>
            <a:ext cx="11521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u="sng">
                <a:solidFill>
                  <a:schemeClr val="hlink"/>
                </a:solidFill>
                <a:hlinkClick r:id="rId3"/>
              </a:rPr>
              <a:t>https://ckddashboard.neodocs.in/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357A30F0-EA41-57B2-42C3-A6B3CE67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>
            <a:extLst>
              <a:ext uri="{FF2B5EF4-FFF2-40B4-BE49-F238E27FC236}">
                <a16:creationId xmlns:a16="http://schemas.microsoft.com/office/drawing/2014/main" id="{1B3D3489-FF61-E0A4-036A-C329D9A27680}"/>
              </a:ext>
            </a:extLst>
          </p:cNvPr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Doctor / Clinic Dashboard </a:t>
            </a:r>
            <a:endParaRPr sz="2800">
              <a:solidFill>
                <a:srgbClr val="0B5394"/>
              </a:solidFill>
            </a:endParaRPr>
          </a:p>
        </p:txBody>
      </p:sp>
      <p:sp>
        <p:nvSpPr>
          <p:cNvPr id="180" name="Google Shape;180;p39">
            <a:extLst>
              <a:ext uri="{FF2B5EF4-FFF2-40B4-BE49-F238E27FC236}">
                <a16:creationId xmlns:a16="http://schemas.microsoft.com/office/drawing/2014/main" id="{8857933E-177D-AA52-8B55-2E3546A414C7}"/>
              </a:ext>
            </a:extLst>
          </p:cNvPr>
          <p:cNvSpPr txBox="1"/>
          <p:nvPr/>
        </p:nvSpPr>
        <p:spPr>
          <a:xfrm>
            <a:off x="586333" y="825734"/>
            <a:ext cx="10742000" cy="58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0000"/>
              </a:lnSpc>
            </a:pP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39">
            <a:extLst>
              <a:ext uri="{FF2B5EF4-FFF2-40B4-BE49-F238E27FC236}">
                <a16:creationId xmlns:a16="http://schemas.microsoft.com/office/drawing/2014/main" id="{7EA30656-6539-BB25-13CD-BA574EF710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34" y="896167"/>
            <a:ext cx="8175828" cy="4638824"/>
          </a:xfrm>
          <a:prstGeom prst="rect">
            <a:avLst/>
          </a:prstGeom>
          <a:noFill/>
          <a:ln w="9525" cap="flat" cmpd="sng">
            <a:solidFill>
              <a:srgbClr val="151F5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39">
            <a:extLst>
              <a:ext uri="{FF2B5EF4-FFF2-40B4-BE49-F238E27FC236}">
                <a16:creationId xmlns:a16="http://schemas.microsoft.com/office/drawing/2014/main" id="{36346B32-88CC-6AE5-80C5-40DF336ACE87}"/>
              </a:ext>
            </a:extLst>
          </p:cNvPr>
          <p:cNvSpPr txBox="1"/>
          <p:nvPr/>
        </p:nvSpPr>
        <p:spPr>
          <a:xfrm>
            <a:off x="8485133" y="896167"/>
            <a:ext cx="3556800" cy="5213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Doctors can login on laptop / desktop for easy access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Can view, print and download report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level Kdigo Map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Users (doctor or staff) info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Multi-organization access function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Data filter by age, gender, date, ACR etc.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39">
            <a:extLst>
              <a:ext uri="{FF2B5EF4-FFF2-40B4-BE49-F238E27FC236}">
                <a16:creationId xmlns:a16="http://schemas.microsoft.com/office/drawing/2014/main" id="{EE479E83-C8A0-3DF3-406D-1E3F5929A47A}"/>
              </a:ext>
            </a:extLst>
          </p:cNvPr>
          <p:cNvSpPr txBox="1"/>
          <p:nvPr/>
        </p:nvSpPr>
        <p:spPr>
          <a:xfrm>
            <a:off x="2336451" y="5923501"/>
            <a:ext cx="4000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 u="sng">
                <a:solidFill>
                  <a:schemeClr val="hlink"/>
                </a:solidFill>
                <a:hlinkClick r:id="rId4"/>
              </a:rPr>
              <a:t>https://clinic.neodocs.in/</a:t>
            </a:r>
            <a:r>
              <a:rPr lang="en" sz="2400"/>
              <a:t> 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21426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0"/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Features: Dr-NeoDocs App Dashboard</a:t>
            </a:r>
            <a:endParaRPr sz="2800">
              <a:solidFill>
                <a:srgbClr val="0B5394"/>
              </a:solidFill>
            </a:endParaRPr>
          </a:p>
        </p:txBody>
      </p:sp>
      <p:grpSp>
        <p:nvGrpSpPr>
          <p:cNvPr id="189" name="Google Shape;189;p40"/>
          <p:cNvGrpSpPr/>
          <p:nvPr/>
        </p:nvGrpSpPr>
        <p:grpSpPr>
          <a:xfrm>
            <a:off x="6134433" y="780867"/>
            <a:ext cx="5441984" cy="5670735"/>
            <a:chOff x="152400" y="738050"/>
            <a:chExt cx="4081488" cy="4253051"/>
          </a:xfrm>
        </p:grpSpPr>
        <p:pic>
          <p:nvPicPr>
            <p:cNvPr id="190" name="Google Shape;19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0F0C67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1" name="Google Shape;19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69344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151F5B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192" name="Google Shape;19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8654" y="780867"/>
            <a:ext cx="2619380" cy="5670735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901" y="780884"/>
            <a:ext cx="2619367" cy="5670693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950</Words>
  <Application>Microsoft Office PowerPoint</Application>
  <PresentationFormat>Widescreen</PresentationFormat>
  <Paragraphs>570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Helvetica Neue</vt:lpstr>
      <vt:lpstr>Poppins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5</cp:revision>
  <dcterms:created xsi:type="dcterms:W3CDTF">2025-11-20T10:32:54Z</dcterms:created>
  <dcterms:modified xsi:type="dcterms:W3CDTF">2025-12-01T12:54:57Z</dcterms:modified>
</cp:coreProperties>
</file>