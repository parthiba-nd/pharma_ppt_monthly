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B3379-33EF-4204-A6A5-E9403EA283F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B760D-92F0-451D-9FFF-8AC0E8A2C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86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 descr="Lupin Limited - Wikipedia">
            <a:extLst>
              <a:ext uri="{FF2B5EF4-FFF2-40B4-BE49-F238E27FC236}">
                <a16:creationId xmlns:a16="http://schemas.microsoft.com/office/drawing/2014/main" id="{E8A76D45-A59B-109A-8A49-C53EE08C9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76" y="2616293"/>
            <a:ext cx="2155846" cy="26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26,552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3,052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3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1,348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Jammu And Kashmir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82149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181455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Dibrugarh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Indore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Saharanpur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Visakhapatnam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Gwalior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9" y="5617273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9" y="5908738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Pulmonologist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97396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556891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313982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3722751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4305681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4888611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5471541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4157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4597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29778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496056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5" y="5050536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4" y="55686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22086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3,079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49047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84835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181455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514557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84765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42885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Hubballi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Shillong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Bhopal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Saharanpur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Visakhapatnam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Baruipur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Aurangabad Mh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41115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Orthopedic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148840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308152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401421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4946904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7396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556891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72275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1172</Words>
  <Application>Microsoft Office PowerPoint</Application>
  <PresentationFormat>Widescreen</PresentationFormat>
  <Paragraphs>819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8</cp:revision>
  <dcterms:created xsi:type="dcterms:W3CDTF">2025-11-20T10:32:54Z</dcterms:created>
  <dcterms:modified xsi:type="dcterms:W3CDTF">2025-12-01T12:59:12Z</dcterms:modified>
</cp:coreProperties>
</file>