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E9CEB-51B1-4B74-858A-8D72815C385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38898-4C8C-469F-A321-BF3A69C40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578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228931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B37020E-167B-C87A-8169-94D392C69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36" y="2757586"/>
            <a:ext cx="4384117" cy="239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15,590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1,659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681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181455"/>
            <a:ext cx="39684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514557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513863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846965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5180067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513169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Prayagraj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Kolhapur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Dhanbad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Gorakhpur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Moradabad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Akola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28228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19693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241115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28555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386848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15994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451413"/>
            <a:ext cx="39684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034343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325808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14275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2015598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68180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3348008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401421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4680418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534662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73961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2556891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3139821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3722751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305681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888611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471541"/>
            <a:ext cx="51206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2459736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4014216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3,600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348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49047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513863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846965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5180067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513169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Prayagraj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Dhanbad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Moradabad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Akola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Kolhapur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Kanpur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43525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02623"/>
            <a:ext cx="47365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2994088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285553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159948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034343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4480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736592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14884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2148840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30815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3081528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4014216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494690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4946904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1973961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2556891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3139821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5" y="3722751"/>
            <a:ext cx="42885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305681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5" y="4888611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401421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 dirty="0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4933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1149</Words>
  <Application>Microsoft Office PowerPoint</Application>
  <PresentationFormat>Widescreen</PresentationFormat>
  <Paragraphs>804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9</cp:revision>
  <dcterms:created xsi:type="dcterms:W3CDTF">2025-11-20T10:32:54Z</dcterms:created>
  <dcterms:modified xsi:type="dcterms:W3CDTF">2025-12-01T12:59:38Z</dcterms:modified>
</cp:coreProperties>
</file>