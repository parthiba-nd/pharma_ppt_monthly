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3E90F85F-3EE2-2BB7-9553-0022661A1B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9969" y="2572753"/>
            <a:ext cx="1870898" cy="2427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6</cp:revision>
  <dcterms:created xsi:type="dcterms:W3CDTF">2025-11-20T10:32:54Z</dcterms:created>
  <dcterms:modified xsi:type="dcterms:W3CDTF">2025-12-03T07:11:41Z</dcterms:modified>
</cp:coreProperties>
</file>