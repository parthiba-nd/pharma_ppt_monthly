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8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B7947-593C-A396-7BAC-67E649DB4C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ED31E4-A1FC-1E49-60E4-1CF9DF475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4019D0-31CE-75EC-9340-645758FFB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BD446-3029-2D2C-4784-3820CCF73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77D3D-56BE-E602-5A65-8546ED111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0394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E4FDA-6219-FC24-7703-B863A8142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470AA-A2ED-CEA7-DE78-7452BCB22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DD2BD5-9F84-F0B6-301C-FFFEC7EA8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829F2-CF80-A474-70CE-1B3DBFC50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052CF-E1DB-6546-F241-5FDED0CE3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5566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B30-1954-EDD0-04B4-829E2E2EF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C596F9-1CC7-2492-CC16-DAC5915FE4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0B5D4-E90E-764A-70BF-8BD40649C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3D3E95-9558-6FB7-42BC-EA1AFA010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E126E-DE0A-455F-F2F4-439D65579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7586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F1D57-BCED-5BB8-D2D4-42EABBA2A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A45D6-03A8-2423-5778-8D23B98F9E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3D5E9D-D827-66FC-41A6-CE90EC9FDA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D036E7-F086-BDEC-AFDE-F4420DD97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2683AF-F968-3916-B923-264BE5C88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7FFBCC-06D3-16C6-B189-311C022AC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345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9A4ED-97A1-AEEF-C834-05B7967AF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CB650-29F9-5029-D246-6AC5E9B579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61BA69-AA8C-C4E3-C007-BA3B7D0360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F07515-D5FE-1263-84D3-C303C86830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C57E8F-FF2A-121A-1BDA-440C1E0DFD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05B677-AC64-BD1B-07AC-064CA545E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2D8006-610B-D2E1-008C-3BD3A1FD8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4020A6-4C52-45E3-3B76-5DD3435B4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8905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A4DD4-6E8F-F59B-6056-B3A806F2E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5E97ED-9F59-6649-2333-44E3F05A0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428B82-4E0B-1451-DC87-4D93FAF6D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03D336-5488-8179-4F4F-E68B92BE8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0087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7F741E-1AE3-8DA5-4393-6C383D591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ABFCED-B913-B9C8-D7E9-BB1FDAF21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6A285D-F645-10AF-85CC-E7AFA268F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8317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4C6DD-4F97-B62E-C5C9-66B2EA50B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B199E-3A5C-459A-CB25-FE8C8438B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E76774-5141-6BD1-7601-31776889C4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F5D428-2D45-1448-D74C-917526BF8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1D02B9-91F9-16F4-018D-E976F3117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D2DADE-4F9F-B6F9-9115-DA604D7F9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4427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1E1DF-718E-42E8-381C-D8E38A7A8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1AD58D-2522-4C5E-7439-444FDB6E9A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9A56D3-749B-236D-58B6-D76BCC780B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AE4725-314C-94B7-4AB1-EC00C2AD5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30705D-56C5-44C9-4C39-9927E09BF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15376E-6135-16F6-DA9E-5E29AFE2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1576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69B51-2783-50DB-41CE-168FB4BE0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1558B7-1150-C999-3D8C-8B7F8BD785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0A289-D7DF-7843-DA0D-B6891585E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42F3A-AA54-646D-164D-DF1194A2C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4CE39D-F44A-9CE4-C24A-19F69C1D4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5286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A9E8DC-DFE3-645F-6E5B-30232C1AE2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705055-6B29-FDFF-5CF3-31B078E9F0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39951-3E4D-B843-7052-FE80B5CA7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6D8D9-EC3F-673B-3714-1E9BE8E36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570D6-EAEE-92DD-2C9E-7665EB95B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4882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BC1590-A7E2-3741-58CB-64370A262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4D1070-A132-EDF7-9A7C-5C2C542A22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34BDF2-0151-9C71-4399-5F716975B3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7FFBC-48ED-4B83-3337-D2BA77C917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3CF6A2-8D80-7141-BCAC-513A42C6E5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6826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07;p28">
            <a:extLst>
              <a:ext uri="{FF2B5EF4-FFF2-40B4-BE49-F238E27FC236}">
                <a16:creationId xmlns:a16="http://schemas.microsoft.com/office/drawing/2014/main" id="{C57DB77E-FF9F-A265-7C0F-3E7F74099BE4}"/>
              </a:ext>
            </a:extLst>
          </p:cNvPr>
          <p:cNvSpPr/>
          <p:nvPr/>
        </p:nvSpPr>
        <p:spPr>
          <a:xfrm>
            <a:off x="1403858" y="1243231"/>
            <a:ext cx="2511940" cy="613465"/>
          </a:xfrm>
          <a:custGeom>
            <a:avLst/>
            <a:gdLst/>
            <a:ahLst/>
            <a:cxnLst/>
            <a:rect l="l" t="t" r="r" b="b"/>
            <a:pathLst>
              <a:path w="5023879" h="1226930" extrusionOk="0">
                <a:moveTo>
                  <a:pt x="0" y="0"/>
                </a:moveTo>
                <a:lnTo>
                  <a:pt x="5023879" y="0"/>
                </a:lnTo>
                <a:lnTo>
                  <a:pt x="5023879" y="1226931"/>
                </a:lnTo>
                <a:lnTo>
                  <a:pt x="0" y="12269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5" name="Google Shape;108;p28">
            <a:extLst>
              <a:ext uri="{FF2B5EF4-FFF2-40B4-BE49-F238E27FC236}">
                <a16:creationId xmlns:a16="http://schemas.microsoft.com/office/drawing/2014/main" id="{ECE8B48F-6045-330C-F4FD-84993F15F781}"/>
              </a:ext>
            </a:extLst>
          </p:cNvPr>
          <p:cNvGrpSpPr/>
          <p:nvPr/>
        </p:nvGrpSpPr>
        <p:grpSpPr>
          <a:xfrm>
            <a:off x="-1" y="785191"/>
            <a:ext cx="5675243" cy="6063310"/>
            <a:chOff x="0" y="-47625"/>
            <a:chExt cx="2295300" cy="3252300"/>
          </a:xfrm>
        </p:grpSpPr>
        <p:sp>
          <p:nvSpPr>
            <p:cNvPr id="16" name="Google Shape;109;p28">
              <a:extLst>
                <a:ext uri="{FF2B5EF4-FFF2-40B4-BE49-F238E27FC236}">
                  <a16:creationId xmlns:a16="http://schemas.microsoft.com/office/drawing/2014/main" id="{1515941E-2F73-39A9-F6D1-C245EFE9567F}"/>
                </a:ext>
              </a:extLst>
            </p:cNvPr>
            <p:cNvSpPr/>
            <p:nvPr/>
          </p:nvSpPr>
          <p:spPr>
            <a:xfrm>
              <a:off x="0" y="0"/>
              <a:ext cx="2295171" cy="3204568"/>
            </a:xfrm>
            <a:custGeom>
              <a:avLst/>
              <a:gdLst/>
              <a:ahLst/>
              <a:cxnLst/>
              <a:rect l="l" t="t" r="r" b="b"/>
              <a:pathLst>
                <a:path w="2295171" h="3204568" extrusionOk="0">
                  <a:moveTo>
                    <a:pt x="0" y="0"/>
                  </a:moveTo>
                  <a:lnTo>
                    <a:pt x="2295171" y="0"/>
                  </a:lnTo>
                  <a:lnTo>
                    <a:pt x="2295171" y="3204568"/>
                  </a:lnTo>
                  <a:lnTo>
                    <a:pt x="0" y="3204568"/>
                  </a:lnTo>
                  <a:close/>
                </a:path>
              </a:pathLst>
            </a:custGeom>
            <a:solidFill>
              <a:srgbClr val="E0F2FF"/>
            </a:solidFill>
            <a:ln>
              <a:noFill/>
            </a:ln>
          </p:spPr>
        </p:sp>
        <p:sp>
          <p:nvSpPr>
            <p:cNvPr id="17" name="Google Shape;110;p28">
              <a:extLst>
                <a:ext uri="{FF2B5EF4-FFF2-40B4-BE49-F238E27FC236}">
                  <a16:creationId xmlns:a16="http://schemas.microsoft.com/office/drawing/2014/main" id="{C346E127-1C38-BAAE-6A5F-160086CBACDC}"/>
                </a:ext>
              </a:extLst>
            </p:cNvPr>
            <p:cNvSpPr txBox="1"/>
            <p:nvPr/>
          </p:nvSpPr>
          <p:spPr>
            <a:xfrm>
              <a:off x="0" y="-47625"/>
              <a:ext cx="2295300" cy="325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" name="Google Shape;111;p28">
            <a:extLst>
              <a:ext uri="{FF2B5EF4-FFF2-40B4-BE49-F238E27FC236}">
                <a16:creationId xmlns:a16="http://schemas.microsoft.com/office/drawing/2014/main" id="{75F79E9F-3C1E-05FE-8844-D49EA17C3A0C}"/>
              </a:ext>
            </a:extLst>
          </p:cNvPr>
          <p:cNvSpPr/>
          <p:nvPr/>
        </p:nvSpPr>
        <p:spPr>
          <a:xfrm>
            <a:off x="0" y="9499"/>
            <a:ext cx="12191999" cy="885150"/>
          </a:xfrm>
          <a:custGeom>
            <a:avLst/>
            <a:gdLst/>
            <a:ahLst/>
            <a:cxnLst/>
            <a:rect l="l" t="t" r="r" b="b"/>
            <a:pathLst>
              <a:path w="19027352" h="1331915" extrusionOk="0">
                <a:moveTo>
                  <a:pt x="0" y="0"/>
                </a:moveTo>
                <a:lnTo>
                  <a:pt x="19027352" y="0"/>
                </a:lnTo>
                <a:lnTo>
                  <a:pt x="19027352" y="1331914"/>
                </a:lnTo>
                <a:lnTo>
                  <a:pt x="0" y="133191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19" name="Google Shape;112;p28">
            <a:extLst>
              <a:ext uri="{FF2B5EF4-FFF2-40B4-BE49-F238E27FC236}">
                <a16:creationId xmlns:a16="http://schemas.microsoft.com/office/drawing/2014/main" id="{452C1843-49AD-792D-13D8-27FEEAE9EC61}"/>
              </a:ext>
            </a:extLst>
          </p:cNvPr>
          <p:cNvSpPr txBox="1"/>
          <p:nvPr/>
        </p:nvSpPr>
        <p:spPr>
          <a:xfrm>
            <a:off x="3482283" y="258954"/>
            <a:ext cx="527958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MONTHLY</a:t>
            </a:r>
            <a:r>
              <a:rPr lang="en" sz="2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UPDATE - UACR CAMPS</a:t>
            </a:r>
            <a:endParaRPr sz="900" dirty="0"/>
          </a:p>
        </p:txBody>
      </p:sp>
      <p:pic>
        <p:nvPicPr>
          <p:cNvPr id="20" name="Google Shape;113;p28">
            <a:extLst>
              <a:ext uri="{FF2B5EF4-FFF2-40B4-BE49-F238E27FC236}">
                <a16:creationId xmlns:a16="http://schemas.microsoft.com/office/drawing/2014/main" id="{1C21DF73-F2FE-5FC3-E118-31D29DC8C01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3426" y="1378134"/>
            <a:ext cx="3647661" cy="1009393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114;p28">
            <a:extLst>
              <a:ext uri="{FF2B5EF4-FFF2-40B4-BE49-F238E27FC236}">
                <a16:creationId xmlns:a16="http://schemas.microsoft.com/office/drawing/2014/main" id="{76928E46-6041-CCBB-E72F-AF8F9110C892}"/>
              </a:ext>
            </a:extLst>
          </p:cNvPr>
          <p:cNvSpPr txBox="1"/>
          <p:nvPr/>
        </p:nvSpPr>
        <p:spPr>
          <a:xfrm>
            <a:off x="365938" y="5212823"/>
            <a:ext cx="4943046" cy="455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" tIns="9525" rIns="9525" bIns="95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0B5394"/>
                </a:solidFill>
              </a:rPr>
              <a:t>Instant UACR on any phone </a:t>
            </a:r>
            <a:endParaRPr sz="1600" b="1" dirty="0">
              <a:solidFill>
                <a:srgbClr val="0B5394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0B5394"/>
                </a:solidFill>
              </a:rPr>
              <a:t>In-clinic + At-home</a:t>
            </a:r>
            <a:endParaRPr sz="1600" b="1" dirty="0">
              <a:solidFill>
                <a:srgbClr val="0B5394"/>
              </a:solidFill>
            </a:endParaRPr>
          </a:p>
        </p:txBody>
      </p:sp>
      <p:pic>
        <p:nvPicPr>
          <p:cNvPr id="22" name="Google Shape;115;p28" title="Asset 4.png">
            <a:extLst>
              <a:ext uri="{FF2B5EF4-FFF2-40B4-BE49-F238E27FC236}">
                <a16:creationId xmlns:a16="http://schemas.microsoft.com/office/drawing/2014/main" id="{96AB6639-D285-F748-867A-421154A1BCB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75784" y="1156418"/>
            <a:ext cx="4008779" cy="54431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90;p13">
            <a:extLst>
              <a:ext uri="{FF2B5EF4-FFF2-40B4-BE49-F238E27FC236}">
                <a16:creationId xmlns:a16="http://schemas.microsoft.com/office/drawing/2014/main" id="{3876A942-3E97-386D-0DA0-3B68420BB002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28868" y="2671240"/>
            <a:ext cx="2336775" cy="2336775"/>
          </a:xfrm>
          <a:prstGeom prst="rect">
            <a:avLst/>
          </a:prstGeom>
          <a:solidFill>
            <a:srgbClr val="BBD6EE">
              <a:alpha val="67060"/>
            </a:srgbClr>
          </a:solidFill>
          <a:ln w="952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153746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Poppins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PARTHIBA MUKHOPADHYAY</dc:creator>
  <cp:lastModifiedBy>PARTHIBA MUKHOPADHYAY</cp:lastModifiedBy>
  <cp:revision>8</cp:revision>
  <dcterms:created xsi:type="dcterms:W3CDTF">2025-11-20T10:32:54Z</dcterms:created>
  <dcterms:modified xsi:type="dcterms:W3CDTF">2025-12-03T07:13:46Z</dcterms:modified>
</cp:coreProperties>
</file>