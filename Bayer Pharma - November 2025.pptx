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47B5A-F080-4C1A-A2BE-E46DA136570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5C108-FA33-473A-A427-734D5A2F8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9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16;p28" title="Bayer_logo-removebg-preview.png">
            <a:extLst>
              <a:ext uri="{FF2B5EF4-FFF2-40B4-BE49-F238E27FC236}">
                <a16:creationId xmlns:a16="http://schemas.microsoft.com/office/drawing/2014/main" id="{4F739043-6A94-DB05-7AF0-2A1D0999D92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2227" y="2711135"/>
            <a:ext cx="2230058" cy="2211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3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26,385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5,990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3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1,020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849047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82149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515251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84835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181455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51455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847659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4180761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4" y="4513863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846965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5180067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513169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846277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Ahmedabad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Raipur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Hooghly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Surat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Amritsar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Vadodara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28228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19693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41115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70262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2994088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577018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386848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15994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45141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4" y="4742878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4" y="503434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4" y="5325808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4" y="561727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973961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556891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139821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72275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305681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888611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5471541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4992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4853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6184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3988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1941576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9" y="297789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8" y="349605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014216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53237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050536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15256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10259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11129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7729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245973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9" y="401421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2,687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552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196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49047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82149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51525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848353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181455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3514557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847659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4180761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51386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4" y="4846965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5180067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51316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846277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Hooghly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Amritsar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Dindigul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Jalandhar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Patiala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Raipur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Ghaziabad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Kozhikode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28228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19693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411158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702623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299408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357701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3868483"/>
            <a:ext cx="8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159948"/>
            <a:ext cx="960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451413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4742878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034343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32580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3" y="5617273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97396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556891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139821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72275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305681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488861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5471541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194157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2977896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9" y="349605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014216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9" y="453237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050536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245973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1172</Words>
  <Application>Microsoft Office PowerPoint</Application>
  <PresentationFormat>Widescreen</PresentationFormat>
  <Paragraphs>759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4</cp:revision>
  <dcterms:created xsi:type="dcterms:W3CDTF">2025-11-20T10:32:54Z</dcterms:created>
  <dcterms:modified xsi:type="dcterms:W3CDTF">2025-12-01T12:54:31Z</dcterms:modified>
</cp:coreProperties>
</file>