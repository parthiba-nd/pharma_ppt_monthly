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362537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86400B-D448-B257-6ED1-464407AA6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23" y="2633983"/>
            <a:ext cx="2683565" cy="26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9</cp:revision>
  <dcterms:created xsi:type="dcterms:W3CDTF">2025-11-20T10:32:54Z</dcterms:created>
  <dcterms:modified xsi:type="dcterms:W3CDTF">2025-11-27T06:33:09Z</dcterms:modified>
</cp:coreProperties>
</file>