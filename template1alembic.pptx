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7;p13">
            <a:extLst>
              <a:ext uri="{FF2B5EF4-FFF2-40B4-BE49-F238E27FC236}">
                <a16:creationId xmlns:a16="http://schemas.microsoft.com/office/drawing/2014/main" id="{48FB93B7-7198-FEBE-2520-59F23E6145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938" y="3053145"/>
            <a:ext cx="5121202" cy="14610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7</cp:revision>
  <dcterms:created xsi:type="dcterms:W3CDTF">2025-11-20T10:32:54Z</dcterms:created>
  <dcterms:modified xsi:type="dcterms:W3CDTF">2025-12-03T07:12:31Z</dcterms:modified>
</cp:coreProperties>
</file>