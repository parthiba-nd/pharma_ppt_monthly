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37020E-167B-C87A-8169-94D392C69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36" y="2757586"/>
            <a:ext cx="4384117" cy="239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8</cp:revision>
  <dcterms:created xsi:type="dcterms:W3CDTF">2025-11-20T10:32:54Z</dcterms:created>
  <dcterms:modified xsi:type="dcterms:W3CDTF">2025-11-27T06:31:17Z</dcterms:modified>
</cp:coreProperties>
</file>