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UACR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14;p28">
            <a:extLst>
              <a:ext uri="{FF2B5EF4-FFF2-40B4-BE49-F238E27FC236}">
                <a16:creationId xmlns:a16="http://schemas.microsoft.com/office/drawing/2014/main" id="{76928E46-6041-CCBB-E72F-AF8F9110C892}"/>
              </a:ext>
            </a:extLst>
          </p:cNvPr>
          <p:cNvSpPr txBox="1"/>
          <p:nvPr/>
        </p:nvSpPr>
        <p:spPr>
          <a:xfrm>
            <a:off x="365938" y="5212823"/>
            <a:ext cx="4943046" cy="455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" tIns="9525" rIns="9525" bIns="9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Instant UACR on any phone </a:t>
            </a:r>
            <a:endParaRPr sz="1600" b="1" dirty="0">
              <a:solidFill>
                <a:srgbClr val="0B5394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In-clinic + At-home</a:t>
            </a:r>
            <a:endParaRPr sz="1600" b="1" dirty="0">
              <a:solidFill>
                <a:srgbClr val="0B5394"/>
              </a:solidFill>
            </a:endParaRPr>
          </a:p>
        </p:txBody>
      </p:sp>
      <p:pic>
        <p:nvPicPr>
          <p:cNvPr id="22" name="Google Shape;115;p28" title="Asset 4.png">
            <a:extLst>
              <a:ext uri="{FF2B5EF4-FFF2-40B4-BE49-F238E27FC236}">
                <a16:creationId xmlns:a16="http://schemas.microsoft.com/office/drawing/2014/main" id="{96AB6639-D285-F748-867A-421154A1BCB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784" y="1156418"/>
            <a:ext cx="4008779" cy="544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0;p13">
            <a:extLst>
              <a:ext uri="{FF2B5EF4-FFF2-40B4-BE49-F238E27FC236}">
                <a16:creationId xmlns:a16="http://schemas.microsoft.com/office/drawing/2014/main" id="{23A84854-775D-5880-CCBF-BBF752CB0CA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348" y="3252033"/>
            <a:ext cx="4518451" cy="1129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9</cp:revision>
  <dcterms:created xsi:type="dcterms:W3CDTF">2025-11-20T10:32:54Z</dcterms:created>
  <dcterms:modified xsi:type="dcterms:W3CDTF">2025-12-03T07:15:35Z</dcterms:modified>
</cp:coreProperties>
</file>