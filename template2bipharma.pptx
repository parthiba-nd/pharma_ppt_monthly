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"/>
  </p:notesMasterIdLst>
  <p:sldIdLst>
    <p:sldId id="267" r:id="rId2"/>
    <p:sldId id="269" r:id="rId3"/>
  </p:sldIdLst>
  <p:sldSz cx="9144000" cy="5143500" type="screen16x9"/>
  <p:notesSz cx="6858000" cy="9144000"/>
  <p:embeddedFontLst>
    <p:embeddedFont>
      <p:font typeface="Helvetica Neue" panose="020B0604020202020204" charset="0"/>
      <p:regular r:id="rId5"/>
      <p:bold r:id="rId6"/>
      <p:italic r:id="rId7"/>
      <p:boldItalic r:id="rId8"/>
    </p:embeddedFont>
    <p:embeddedFont>
      <p:font typeface="Helvetica Neue Light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A7471-FB8F-49C3-BBA8-1CFF5C3BBDCC}">
  <a:tblStyle styleId="{08AA7471-FB8F-49C3-BBA8-1CFF5C3BBD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6" y="77"/>
      </p:cViewPr>
      <p:guideLst>
        <p:guide orient="horz" pos="1620"/>
        <p:guide pos="2880"/>
        <p:guide orient="horz" pos="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1171575" y="-14287"/>
            <a:ext cx="6800850" cy="453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7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75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>
            <a:spLocks noGrp="1"/>
          </p:cNvSpPr>
          <p:nvPr>
            <p:ph type="pic" idx="2"/>
          </p:nvPr>
        </p:nvSpPr>
        <p:spPr>
          <a:xfrm>
            <a:off x="2981325" y="414338"/>
            <a:ext cx="6472238" cy="431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813" cy="208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813" cy="214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>
            <a:spLocks noGrp="1"/>
          </p:cNvSpPr>
          <p:nvPr>
            <p:ph type="pic" idx="2"/>
          </p:nvPr>
        </p:nvSpPr>
        <p:spPr>
          <a:xfrm>
            <a:off x="4110038" y="1181100"/>
            <a:ext cx="522922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813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7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5880503" y="2638425"/>
            <a:ext cx="3148754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10"/>
          <p:cNvSpPr>
            <a:spLocks noGrp="1"/>
          </p:cNvSpPr>
          <p:nvPr>
            <p:ph type="pic" idx="3"/>
          </p:nvPr>
        </p:nvSpPr>
        <p:spPr>
          <a:xfrm>
            <a:off x="5734050" y="423863"/>
            <a:ext cx="3124200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10"/>
          <p:cNvSpPr>
            <a:spLocks noGrp="1"/>
          </p:cNvSpPr>
          <p:nvPr>
            <p:ph type="pic" idx="4"/>
          </p:nvPr>
        </p:nvSpPr>
        <p:spPr>
          <a:xfrm>
            <a:off x="-114300" y="423863"/>
            <a:ext cx="6450806" cy="430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063" cy="21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063" cy="30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09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E9E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7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5B6D4434-C919-2FB5-3ED2-1AB6A3050855}"/>
              </a:ext>
            </a:extLst>
          </p:cNvPr>
          <p:cNvSpPr txBox="1">
            <a:spLocks/>
          </p:cNvSpPr>
          <p:nvPr/>
        </p:nvSpPr>
        <p:spPr>
          <a:xfrm>
            <a:off x="929199" y="1439916"/>
            <a:ext cx="7285602" cy="16962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700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700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666750" y="1679694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en" sz="5600" b="1" i="0" u="none" strike="noStrike" cap="none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500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1698211" y="3890838"/>
            <a:ext cx="57477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endParaRPr sz="3800" b="0" i="0" u="sng" strike="noStrike" cap="none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988" y="718375"/>
            <a:ext cx="5692025" cy="13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1698200" y="3814650"/>
            <a:ext cx="6154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Contact Us: 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Rajendra Bhaskar +91 99873 39111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Office PowerPoint</Application>
  <PresentationFormat>On-screen Show (16:9)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Helvetica Neue</vt:lpstr>
      <vt:lpstr>Helvetica Neue Light</vt:lpstr>
      <vt:lpstr>Arial</vt:lpstr>
      <vt:lpstr>White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PARTHIBA MUKHOPADHYAY</cp:lastModifiedBy>
  <cp:revision>5</cp:revision>
  <dcterms:modified xsi:type="dcterms:W3CDTF">2025-11-26T08:48:15Z</dcterms:modified>
</cp:coreProperties>
</file>