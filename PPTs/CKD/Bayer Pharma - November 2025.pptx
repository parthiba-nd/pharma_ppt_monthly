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E6E75-17F1-482F-B768-51170AAF49E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76773-D6C1-4A6D-B958-7342B82D2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1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6;p28" title="Bayer_logo-removebg-preview.png">
            <a:extLst>
              <a:ext uri="{FF2B5EF4-FFF2-40B4-BE49-F238E27FC236}">
                <a16:creationId xmlns:a16="http://schemas.microsoft.com/office/drawing/2014/main" id="{4F739043-6A94-DB05-7AF0-2A1D0999D9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227" y="2711135"/>
            <a:ext cx="2230058" cy="221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26,385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5,990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3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1,020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849047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515251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81455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51455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4180761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513863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46965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80067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Vadodara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57701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386848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4514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4742878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4" y="503434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4" y="532580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4" y="561727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73961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30568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47154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4992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4853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6184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9" y="297789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15256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10259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11129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7729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2,687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49047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51525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81455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3514557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180761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51386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846965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80067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Dindigul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Ghaziabad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Kozhikode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451413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474287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7396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556891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305681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488861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471541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4157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9" y="45323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1172</Words>
  <Application>Microsoft Office PowerPoint</Application>
  <PresentationFormat>Widescreen</PresentationFormat>
  <Paragraphs>759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2025-12-03T09:17:54Z</dcterms:modified>
</cp:coreProperties>
</file>