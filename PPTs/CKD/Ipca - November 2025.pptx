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22469-E0AB-4E4F-848B-C7A37619D216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F8BDA-2440-4D3E-970B-CA4D74A62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94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CF03E53-727E-8CA3-205B-FC0E1CF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>
            <a:extLst>
              <a:ext uri="{FF2B5EF4-FFF2-40B4-BE49-F238E27FC236}">
                <a16:creationId xmlns:a16="http://schemas.microsoft.com/office/drawing/2014/main" id="{6871DD35-9278-4A04-E297-17183DBBA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>
            <a:extLst>
              <a:ext uri="{FF2B5EF4-FFF2-40B4-BE49-F238E27FC236}">
                <a16:creationId xmlns:a16="http://schemas.microsoft.com/office/drawing/2014/main" id="{902076E1-22D3-FAD9-2AEF-2625B1B4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inic.neodocs.i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Ipca Laboratories - Wikipedia">
            <a:extLst>
              <a:ext uri="{FF2B5EF4-FFF2-40B4-BE49-F238E27FC236}">
                <a16:creationId xmlns:a16="http://schemas.microsoft.com/office/drawing/2014/main" id="{434CD5C6-784F-8A0D-06AD-5A998D93D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38" y="2766349"/>
            <a:ext cx="4943046" cy="1907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1,094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Haryana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49047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82149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2515251"/>
            <a:ext cx="5760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848353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3181455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4" y="3514557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847659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4180761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4" y="4513863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846965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4" y="5180067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513169"/>
            <a:ext cx="4864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846277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Surat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Madurai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Bilaspur Ch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Dibrugarh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Navi 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Thiruvananthapuram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Malegaon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28228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19693"/>
            <a:ext cx="5120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411158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70262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2994088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285553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3577018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3868483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4" y="4159948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4" y="4451413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4" y="4742878"/>
            <a:ext cx="2560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034343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325808"/>
            <a:ext cx="4480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62443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62443" y="5617273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462443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462443" y="5908738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01559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68180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348008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4014213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4680418"/>
            <a:ext cx="4416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534662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1941576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45973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2977896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8" y="3496056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8" y="401421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9" y="453237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9" y="505053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8" y="5568696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45973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9" y="401421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79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2512" y="265176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912" y="265176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10554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70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72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Jammu And Kashmir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618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1861859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22058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220585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5793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2579311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93803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938037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2967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3296763"/>
            <a:ext cx="52486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65548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655489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401421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4014215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43729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4372941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7316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731667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50903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5090393"/>
            <a:ext cx="4800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544911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5449119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80784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80784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Surat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Thiruvananthapuram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Dibrugarh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Itarsi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North Lakhimpur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Bhubaneswar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Bhavnagar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Raebarely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Shivpuri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28228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119693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2411158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4" y="2702623"/>
            <a:ext cx="55686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2994088"/>
            <a:ext cx="4480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285553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3577018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386848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15994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45141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4742878"/>
            <a:ext cx="4800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034343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325808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62443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62443" y="5617273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462443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462443" y="590873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89204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711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207111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848356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6255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3625596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4028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4" y="4402836"/>
            <a:ext cx="55686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51800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5180076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1941576"/>
            <a:ext cx="7680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45973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2977896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9" y="3496056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9" y="4014216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4532376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8" y="5050536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8" y="556869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45973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4014216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357A30F0-EA41-57B2-42C3-A6B3CE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>
            <a:extLst>
              <a:ext uri="{FF2B5EF4-FFF2-40B4-BE49-F238E27FC236}">
                <a16:creationId xmlns:a16="http://schemas.microsoft.com/office/drawing/2014/main" id="{1B3D3489-FF61-E0A4-036A-C329D9A27680}"/>
              </a:ext>
            </a:extLst>
          </p:cNvPr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Doctor / Clinic Dashboard 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180" name="Google Shape;180;p39">
            <a:extLst>
              <a:ext uri="{FF2B5EF4-FFF2-40B4-BE49-F238E27FC236}">
                <a16:creationId xmlns:a16="http://schemas.microsoft.com/office/drawing/2014/main" id="{8857933E-177D-AA52-8B55-2E3546A414C7}"/>
              </a:ext>
            </a:extLst>
          </p:cNvPr>
          <p:cNvSpPr txBox="1"/>
          <p:nvPr/>
        </p:nvSpPr>
        <p:spPr>
          <a:xfrm>
            <a:off x="586333" y="825734"/>
            <a:ext cx="10742000" cy="58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>
            <a:extLst>
              <a:ext uri="{FF2B5EF4-FFF2-40B4-BE49-F238E27FC236}">
                <a16:creationId xmlns:a16="http://schemas.microsoft.com/office/drawing/2014/main" id="{7EA30656-6539-BB25-13CD-BA574EF71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34" y="896167"/>
            <a:ext cx="8175828" cy="4638824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>
            <a:extLst>
              <a:ext uri="{FF2B5EF4-FFF2-40B4-BE49-F238E27FC236}">
                <a16:creationId xmlns:a16="http://schemas.microsoft.com/office/drawing/2014/main" id="{36346B32-88CC-6AE5-80C5-40DF336ACE87}"/>
              </a:ext>
            </a:extLst>
          </p:cNvPr>
          <p:cNvSpPr txBox="1"/>
          <p:nvPr/>
        </p:nvSpPr>
        <p:spPr>
          <a:xfrm>
            <a:off x="8485133" y="896167"/>
            <a:ext cx="3556800" cy="521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>
            <a:extLst>
              <a:ext uri="{FF2B5EF4-FFF2-40B4-BE49-F238E27FC236}">
                <a16:creationId xmlns:a16="http://schemas.microsoft.com/office/drawing/2014/main" id="{EE479E83-C8A0-3DF3-406D-1E3F5929A47A}"/>
              </a:ext>
            </a:extLst>
          </p:cNvPr>
          <p:cNvSpPr txBox="1"/>
          <p:nvPr/>
        </p:nvSpPr>
        <p:spPr>
          <a:xfrm>
            <a:off x="2336451" y="59235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 sz="2400"/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142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Features: Dr-NeoDocs App Dashboard</a:t>
            </a:r>
            <a:endParaRPr sz="28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6134433" y="780867"/>
            <a:ext cx="5441984" cy="5670735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654" y="780867"/>
            <a:ext cx="2619380" cy="5670735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01" y="780884"/>
            <a:ext cx="2619367" cy="5670693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1143</Words>
  <Application>Microsoft Office PowerPoint</Application>
  <PresentationFormat>Widescreen</PresentationFormat>
  <Paragraphs>731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Poppins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5</cp:revision>
  <dcterms:created xsi:type="dcterms:W3CDTF">2025-11-20T10:32:54Z</dcterms:created>
  <dcterms:modified xsi:type="dcterms:W3CDTF">2025-12-03T09:18:39Z</dcterms:modified>
</cp:coreProperties>
</file>