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0F6B4-F9D2-468C-9D49-91D90F7EF908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A0D3B-5E7A-428C-92A6-06000D2B0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16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6;p28" title="Bayer_logo-removebg-preview.png">
            <a:extLst>
              <a:ext uri="{FF2B5EF4-FFF2-40B4-BE49-F238E27FC236}">
                <a16:creationId xmlns:a16="http://schemas.microsoft.com/office/drawing/2014/main" id="{4F739043-6A94-DB05-7AF0-2A1D0999D9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227" y="2711135"/>
            <a:ext cx="2230058" cy="221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39,614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67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14,790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3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2,172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4904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182149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2515251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284835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0" y="3181455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51455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3847659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1" y="418076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1" y="451386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0" y="4846965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0" y="5180067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0" y="5513169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1" y="5846277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287010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2822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1" y="211969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1" y="241115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270262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299408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28555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0" y="357701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0" y="386848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0" y="415994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1" y="4451413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0" y="474287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0" y="503434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0" y="532580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216650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16651" y="561727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216650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216650" y="590873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91566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382012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284835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3314700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3781044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1" y="424738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4713732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0" y="518007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1" y="5646420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9236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3" y="19415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3" y="245973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4922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4923" y="297789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4922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4923" y="349605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24922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24922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24922" y="453237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4922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24922" y="50505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4922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24922" y="5568696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23030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3" y="245973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2" y="401421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3,958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1,257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4904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25152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0" y="28483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3181455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51455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3847659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0" y="4180761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0" y="451386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1" y="4846965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0" y="5180067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1" y="5513169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0" y="584627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287010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Coimbatore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Hooghly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Amritsar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Dindigul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Mancherial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82822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0" y="211969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1" y="241115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1" y="270262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299408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3285553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357701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16650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6651" y="3868483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16650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16650" y="415994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16650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16650" y="4451413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216650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6651" y="474287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6650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216650" y="503434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6650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216650" y="532580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216650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16650" y="561727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216650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216650" y="5908738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287010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16650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16650" y="197396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16650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16651" y="255689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16650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16650" y="313982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16650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16651" y="3722751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16650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16651" y="430568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16650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6650" y="488861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16650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16651" y="547154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3" y="194157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2" y="245973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4922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4923" y="297789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4922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4923" y="349605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24922" y="401421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24922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24922" y="453237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4922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24923" y="5050536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4922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24922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889528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824922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24922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4922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24922" y="401421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1183</Words>
  <Application>Microsoft Office PowerPoint</Application>
  <PresentationFormat>Widescreen</PresentationFormat>
  <Paragraphs>773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2025-12-03T09:25:14Z</dcterms:modified>
</cp:coreProperties>
</file>