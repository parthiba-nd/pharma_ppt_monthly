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67736-ED77-4943-9CAB-8E32C618703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0DD80-C6AE-42C9-AA32-1BC71F9C31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39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 descr="Akumentis Healthcare | Peak XV">
            <a:extLst>
              <a:ext uri="{FF2B5EF4-FFF2-40B4-BE49-F238E27FC236}">
                <a16:creationId xmlns:a16="http://schemas.microsoft.com/office/drawing/2014/main" id="{291637FC-1410-BB79-7B67-E6A8700D9B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912" y="2871012"/>
            <a:ext cx="4943046" cy="1579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79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9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Manipur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49047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515251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81455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3514557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180761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51386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46965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80067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Balangir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Satara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Purnea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Patna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Ahmednagar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Nashik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Guwahati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Solapur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Imphal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Barasat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Sangli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828228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320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299408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512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45141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474287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4" y="5034343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640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640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68041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41576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245973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401421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62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66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70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33375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8988551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918191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18191" y="28483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33375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8988551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Balangir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918191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18191" y="28483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33375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8988551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918191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18191" y="284835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866119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590837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90837" y="245973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90837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90837" y="401421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8661197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590837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90837" y="245973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90837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90837" y="401421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843</Words>
  <Application>Microsoft Office PowerPoint</Application>
  <PresentationFormat>Widescreen</PresentationFormat>
  <Paragraphs>480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5</cp:revision>
  <dcterms:created xsi:type="dcterms:W3CDTF">2025-11-20T10:32:54Z</dcterms:created>
  <dcterms:modified xsi:type="dcterms:W3CDTF">2025-12-03T09:19:45Z</dcterms:modified>
</cp:coreProperties>
</file>