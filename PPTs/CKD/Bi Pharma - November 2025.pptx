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9C5C54-763C-4929-A346-9C63E0EEB25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21102-82CD-48F1-A75E-80F0DDB0C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53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893905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5420758" cy="611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B5394"/>
                </a:solidFill>
              </a:rPr>
              <a:t>Instant UACR on any phone </a:t>
            </a:r>
            <a:endParaRPr sz="20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0B5394"/>
                </a:solidFill>
              </a:rPr>
              <a:t>In-clinic + At-home</a:t>
            </a:r>
            <a:endParaRPr sz="20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0;p13">
            <a:extLst>
              <a:ext uri="{FF2B5EF4-FFF2-40B4-BE49-F238E27FC236}">
                <a16:creationId xmlns:a16="http://schemas.microsoft.com/office/drawing/2014/main" id="{36B99462-F526-19E7-3B26-13034F9FAE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87" y="2758603"/>
            <a:ext cx="5716809" cy="17731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8,687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9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1,314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534662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1271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892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1566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382012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848356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314700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781044"/>
            <a:ext cx="1024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24738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4713732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5180076"/>
            <a:ext cx="320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5646420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7396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55689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3139821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3722751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305681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88861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5471541"/>
            <a:ext cx="18562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1556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1245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1407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1037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293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584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297789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49605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014216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050536"/>
            <a:ext cx="2304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9" y="5568696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5278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1,172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Maharashtra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2015598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681803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Pune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Nagpur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4" y="1915668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382012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284835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314700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781044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247388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4" y="4713732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5180076"/>
            <a:ext cx="3200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5646420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Endocrinologist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Cardiologist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681803"/>
            <a:ext cx="7680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15112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287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&gt;90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415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4157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459736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29778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9" y="2977896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4960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49605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9" y="4014216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5323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53237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0505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9" y="5050536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4378" y="556869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44378" y="5568696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651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1521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950</Words>
  <Application>Microsoft Office PowerPoint</Application>
  <PresentationFormat>Widescreen</PresentationFormat>
  <Paragraphs>570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5</cp:revision>
  <dcterms:created xsi:type="dcterms:W3CDTF">2025-11-20T10:32:54Z</dcterms:created>
  <dcterms:modified xsi:type="dcterms:W3CDTF">2025-12-03T09:18:17Z</dcterms:modified>
</cp:coreProperties>
</file>