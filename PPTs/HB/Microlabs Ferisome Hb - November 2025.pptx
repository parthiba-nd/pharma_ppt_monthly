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06EE42-F0DB-453E-8AD1-1D51F61DA1F1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CE548B-3448-43F9-BFAD-2A31BB6DC3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489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c4cacc58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22c4cacc583_0_2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Helvetica Neue"/>
                <a:ea typeface="Helvetica Neue"/>
                <a:cs typeface="Helvetica Neue"/>
                <a:sym typeface="Helvetica Neue"/>
              </a:rPr>
              <a:t>DON’T FORGET TO SET NEXT STEPS BEFORE LEAVING THE MEETING!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bdashboard.neodocs.in/pharmaInsight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name@email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675243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HB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38DF7D0-89B7-9D25-ABD4-6832EA019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1871" y="939296"/>
            <a:ext cx="9799983" cy="6205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A2434E-8DE4-71E2-D9EF-73592C3773A5}"/>
              </a:ext>
            </a:extLst>
          </p:cNvPr>
          <p:cNvSpPr txBox="1"/>
          <p:nvPr/>
        </p:nvSpPr>
        <p:spPr>
          <a:xfrm>
            <a:off x="362537" y="5522356"/>
            <a:ext cx="55359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1" i="0" u="none" strike="noStrike" dirty="0">
                <a:solidFill>
                  <a:srgbClr val="2F5496"/>
                </a:solidFill>
                <a:effectLst/>
                <a:latin typeface="Calibri" panose="020F0502020204030204" pitchFamily="34" charset="0"/>
              </a:rPr>
              <a:t>Instant Hemoglobin test on any phone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686400B-D448-B257-6ED1-464407AA6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8723" y="2633983"/>
            <a:ext cx="2683565" cy="2683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5165" y="365760"/>
            <a:ext cx="2121670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02020"/>
                </a:solidFill>
              </a:defRPr>
            </a:pPr>
            <a:r>
              <a:rPr sz="3800"/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6358" y="2651761"/>
            <a:ext cx="111280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21,473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9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1,539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87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985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1224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Anaemic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48%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2712" y="457200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1428" y="320041"/>
            <a:ext cx="69491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36178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661548" cy="4696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796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1565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Andhra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2478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678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Kerala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Rajasthan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794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Odisha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Uttarakhand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Bihar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Goa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4904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9" y="1849047"/>
            <a:ext cx="33284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8214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9" y="2182149"/>
            <a:ext cx="34564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5152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2515251"/>
            <a:ext cx="3264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8483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8" y="2848353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318145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8" y="3181455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51455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8" y="3514557"/>
            <a:ext cx="27523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84765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8" y="3847659"/>
            <a:ext cx="3264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41807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8" y="4180761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51386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8" y="4513863"/>
            <a:ext cx="37124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84696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9" y="4846965"/>
            <a:ext cx="31363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518006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8" y="5180067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51316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9" y="5513169"/>
            <a:ext cx="33284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84627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9" y="5846277"/>
            <a:ext cx="40965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31233" y="320041"/>
            <a:ext cx="672953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1"/>
          <a:ext cx="9661548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1760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851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Kochi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989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Mysuru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Jaipur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672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Prayagraj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Varanasi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Tiruppur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Tirupati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Tirunelveli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Gorakhpur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Bhubaneswar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8" y="1828228"/>
            <a:ext cx="3264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2119693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2411158"/>
            <a:ext cx="33924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8" y="2702623"/>
            <a:ext cx="33924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8" y="2994088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8" y="3285553"/>
            <a:ext cx="37124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8" y="3577018"/>
            <a:ext cx="3840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8" y="3868483"/>
            <a:ext cx="27523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8" y="4159948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9" y="4451413"/>
            <a:ext cx="31363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8" y="4742878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9" y="5034343"/>
            <a:ext cx="26883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8" y="5325808"/>
            <a:ext cx="3584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591188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591188" y="5617273"/>
            <a:ext cx="30723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591188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591188" y="5908738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42317" y="320041"/>
            <a:ext cx="77073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1"/>
          <a:ext cx="9661548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8479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4384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Nephrologist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2875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689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Internal Medicine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2398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Gynaecologist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General Surgeon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Orthopedic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Cardiologist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Diabetologist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Urologist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Gastroenterologist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Pulmonologist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Endocrinologist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Oncologist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Neurologist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8" y="1828228"/>
            <a:ext cx="30723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2119693"/>
            <a:ext cx="30723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2411158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9" y="2702623"/>
            <a:ext cx="31363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8" y="2994088"/>
            <a:ext cx="2944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9" y="3285553"/>
            <a:ext cx="33284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9" y="3577018"/>
            <a:ext cx="33284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8" y="3868483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8" y="4159948"/>
            <a:ext cx="30723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8" y="4451413"/>
            <a:ext cx="30723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9" y="4742878"/>
            <a:ext cx="26883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9" y="5034343"/>
            <a:ext cx="24963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9" y="5325808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591188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591188" y="5617273"/>
            <a:ext cx="27523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591188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591189" y="5908738"/>
            <a:ext cx="36484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6942" y="320041"/>
            <a:ext cx="69381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1511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6162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1398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877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4096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3198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773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1545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2088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&gt;90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19415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5" y="1941576"/>
            <a:ext cx="26883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5" y="2459736"/>
            <a:ext cx="28163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105824" y="29778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105825" y="2977896"/>
            <a:ext cx="30083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105824" y="34960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105824" y="3496056"/>
            <a:ext cx="3264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105824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105824" y="4014216"/>
            <a:ext cx="37124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105824" y="45323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105824" y="4532376"/>
            <a:ext cx="4224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105824" y="50505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105825" y="5050536"/>
            <a:ext cx="47365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105824" y="55686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105825" y="5568696"/>
            <a:ext cx="46085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9067" y="320041"/>
            <a:ext cx="73338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11357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3878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10116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2030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1281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4" y="2459736"/>
            <a:ext cx="37124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4" y="4014216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7513" y="2697480"/>
            <a:ext cx="533697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02020"/>
                </a:solidFill>
              </a:defRPr>
            </a:pPr>
            <a:r>
              <a:rPr sz="4000"/>
              <a:t>November 2025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0762" y="3520440"/>
            <a:ext cx="291047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87878"/>
                </a:solidFill>
              </a:defRPr>
            </a:pPr>
            <a:r>
              <a:rPr sz="2000"/>
              <a:t>01-11-2025 to 30-11-2025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425196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5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2,192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883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169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87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156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1224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Anaemic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54%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2712" y="457200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2290" y="457201"/>
            <a:ext cx="462742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November 2025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1189" y="320041"/>
            <a:ext cx="634962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36178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661548" cy="4696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Kerala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Andhra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Goa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Uttarakhand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Tripura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Odisha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Assam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Haryana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4904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8" y="1849047"/>
            <a:ext cx="40325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8214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2182149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5152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2515251"/>
            <a:ext cx="40325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8483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9" y="2848353"/>
            <a:ext cx="36484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318145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8" y="3181455"/>
            <a:ext cx="33924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51455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9" y="3514557"/>
            <a:ext cx="34564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84765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8" y="3847659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41807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8" y="4180761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51386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9" y="4513863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84696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9" y="4846965"/>
            <a:ext cx="50566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518006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8" y="5180067"/>
            <a:ext cx="3520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51316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8" y="5513169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84627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8" y="5846277"/>
            <a:ext cx="64008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0995" y="320041"/>
            <a:ext cx="61300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1"/>
          <a:ext cx="9661548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Kochi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Vellore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Panaji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Tirupati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Kanpur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Tiruppur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Guntur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Durgapur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Bareilly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Ongole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Nellore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Kalyani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8" y="1828228"/>
            <a:ext cx="3584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9" y="2119693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2411158"/>
            <a:ext cx="40325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9" y="2702623"/>
            <a:ext cx="34564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8" y="2994088"/>
            <a:ext cx="3264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8" y="3285553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8" y="3577018"/>
            <a:ext cx="3840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9" y="3868483"/>
            <a:ext cx="33284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9" y="4159948"/>
            <a:ext cx="44165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9" y="4451413"/>
            <a:ext cx="44165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9" y="4742878"/>
            <a:ext cx="34564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9" y="5034343"/>
            <a:ext cx="46085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8" y="5325808"/>
            <a:ext cx="48646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591188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591188" y="5617273"/>
            <a:ext cx="3264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591188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591188" y="5908738"/>
            <a:ext cx="59527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42079" y="320041"/>
            <a:ext cx="71078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28066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661548" cy="4640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869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Internal Medicine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Gynaecologist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Nephrologist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General Surgeon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Diabetologist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Pulmonologist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Neurologist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Cardiologist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Gastroenterologist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7680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9" y="1876806"/>
            <a:ext cx="37764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26542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2265426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65404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2654046"/>
            <a:ext cx="3264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304266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8" y="3042666"/>
            <a:ext cx="3584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343128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9" y="3431286"/>
            <a:ext cx="31363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81990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9" y="3819906"/>
            <a:ext cx="37764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420852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9" y="4208526"/>
            <a:ext cx="31363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459714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8" y="4597146"/>
            <a:ext cx="2944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98576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9" y="4985766"/>
            <a:ext cx="40965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537438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8" y="5374386"/>
            <a:ext cx="45445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576300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8" y="5763006"/>
            <a:ext cx="2944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703" y="320041"/>
            <a:ext cx="633859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1511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&gt;90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19415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4" y="1941576"/>
            <a:ext cx="2944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4" y="2459736"/>
            <a:ext cx="30723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105824" y="29778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105824" y="2977896"/>
            <a:ext cx="3584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105824" y="34960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105824" y="3496056"/>
            <a:ext cx="3904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105824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105824" y="4014216"/>
            <a:ext cx="4224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105824" y="45323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105824" y="4532376"/>
            <a:ext cx="48646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105824" y="50505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105825" y="5050536"/>
            <a:ext cx="52486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105824" y="55686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105824" y="5568696"/>
            <a:ext cx="64008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8828" y="320041"/>
            <a:ext cx="673434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1185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4" y="2459736"/>
            <a:ext cx="4160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4" y="4014216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4;p24">
            <a:extLst>
              <a:ext uri="{FF2B5EF4-FFF2-40B4-BE49-F238E27FC236}">
                <a16:creationId xmlns:a16="http://schemas.microsoft.com/office/drawing/2014/main" id="{B69B25A1-A05C-E6CF-B098-3CD9FB1AE39E}"/>
              </a:ext>
            </a:extLst>
          </p:cNvPr>
          <p:cNvSpPr txBox="1">
            <a:spLocks/>
          </p:cNvSpPr>
          <p:nvPr/>
        </p:nvSpPr>
        <p:spPr>
          <a:xfrm>
            <a:off x="1238932" y="1919888"/>
            <a:ext cx="9714136" cy="2261667"/>
          </a:xfrm>
          <a:prstGeom prst="rect">
            <a:avLst/>
          </a:prstGeom>
        </p:spPr>
        <p:txBody>
          <a:bodyPr spcFirstLastPara="1" wrap="square" lIns="121900" tIns="60933" rIns="121900" bIns="60933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50000"/>
              </a:lnSpc>
              <a:spcBef>
                <a:spcPts val="1333"/>
              </a:spcBef>
            </a:pPr>
            <a:r>
              <a:rPr lang="en-US" sz="4933" b="1" dirty="0"/>
              <a:t>For more insights, login here:</a:t>
            </a:r>
          </a:p>
          <a:p>
            <a:pPr algn="ctr">
              <a:lnSpc>
                <a:spcPct val="150000"/>
              </a:lnSpc>
              <a:spcBef>
                <a:spcPts val="1333"/>
              </a:spcBef>
              <a:buClr>
                <a:schemeClr val="dk1"/>
              </a:buClr>
              <a:buSzPts val="1100"/>
            </a:pPr>
            <a:r>
              <a:rPr lang="en-US" sz="4933" u="sng" dirty="0">
                <a:solidFill>
                  <a:schemeClr val="hlink"/>
                </a:solidFill>
                <a:hlinkClick r:id="rId3"/>
              </a:rPr>
              <a:t>https://hbdashboard.neodocs.in/</a:t>
            </a:r>
            <a:endParaRPr lang="en-US" sz="493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1"/>
          <p:cNvSpPr txBox="1">
            <a:spLocks noGrp="1"/>
          </p:cNvSpPr>
          <p:nvPr>
            <p:ph type="title"/>
          </p:nvPr>
        </p:nvSpPr>
        <p:spPr>
          <a:xfrm>
            <a:off x="889000" y="2239592"/>
            <a:ext cx="10414000" cy="232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b" anchorCtr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5600"/>
            </a:pPr>
            <a:r>
              <a:rPr lang="en" sz="7466" b="1">
                <a:solidFill>
                  <a:srgbClr val="0B539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you!</a:t>
            </a:r>
            <a:endParaRPr sz="667">
              <a:solidFill>
                <a:srgbClr val="0B5394"/>
              </a:solidFill>
            </a:endParaRPr>
          </a:p>
        </p:txBody>
      </p:sp>
      <p:sp>
        <p:nvSpPr>
          <p:cNvPr id="199" name="Google Shape;199;p41"/>
          <p:cNvSpPr txBox="1"/>
          <p:nvPr/>
        </p:nvSpPr>
        <p:spPr>
          <a:xfrm>
            <a:off x="2264281" y="5187784"/>
            <a:ext cx="7663600" cy="1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algn="ctr">
              <a:buClr>
                <a:srgbClr val="000000"/>
              </a:buClr>
              <a:buSzPts val="3800"/>
            </a:pPr>
            <a:endParaRPr sz="5067" u="sng">
              <a:solidFill>
                <a:schemeClr val="hlink"/>
              </a:solidFill>
              <a:latin typeface="Helvetica Neue"/>
              <a:ea typeface="Helvetica Neue"/>
              <a:cs typeface="Helvetica Neue"/>
              <a:sym typeface="Helvetica Neue"/>
              <a:hlinkClick r:id="rId3"/>
            </a:endParaRPr>
          </a:p>
        </p:txBody>
      </p:sp>
      <p:pic>
        <p:nvPicPr>
          <p:cNvPr id="200" name="Google Shape;20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3985" y="957834"/>
            <a:ext cx="7589367" cy="185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1"/>
          <p:cNvSpPr txBox="1">
            <a:spLocks noGrp="1"/>
          </p:cNvSpPr>
          <p:nvPr>
            <p:ph type="body" idx="1"/>
          </p:nvPr>
        </p:nvSpPr>
        <p:spPr>
          <a:xfrm>
            <a:off x="2264267" y="5086200"/>
            <a:ext cx="8205600" cy="84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Contact Us: </a:t>
            </a: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Rajendra Bhaskar +91 99873 39111</a:t>
            </a:r>
            <a:endParaRPr sz="1867">
              <a:solidFill>
                <a:srgbClr val="212121"/>
              </a:solidFill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1314</Words>
  <Application>Microsoft Office PowerPoint</Application>
  <PresentationFormat>Widescreen</PresentationFormat>
  <Paragraphs>946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Helvetica Neue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10</cp:revision>
  <dcterms:created xsi:type="dcterms:W3CDTF">2025-11-20T10:32:54Z</dcterms:created>
  <dcterms:modified xsi:type="dcterms:W3CDTF">2025-12-03T09:23:34Z</dcterms:modified>
</cp:coreProperties>
</file>