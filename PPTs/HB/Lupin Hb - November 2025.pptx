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CDBAC-3854-43D9-81D4-D6412178958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530BD9-D56D-4179-84A1-3AD317419E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988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bdashboard.neodocs.in/pharmaInsigh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HB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8DF7D0-89B7-9D25-ABD4-6832EA019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871" y="939296"/>
            <a:ext cx="9799983" cy="620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2434E-8DE4-71E2-D9EF-73592C3773A5}"/>
              </a:ext>
            </a:extLst>
          </p:cNvPr>
          <p:cNvSpPr txBox="1"/>
          <p:nvPr/>
        </p:nvSpPr>
        <p:spPr>
          <a:xfrm>
            <a:off x="228931" y="5522356"/>
            <a:ext cx="5535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2F5496"/>
                </a:solidFill>
                <a:effectLst/>
                <a:latin typeface="Calibri" panose="020F0502020204030204" pitchFamily="34" charset="0"/>
              </a:rPr>
              <a:t>Instant Hemoglobin test on any phone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1026" name="Picture 2" descr="Lupin Limited - Wikipedia">
            <a:extLst>
              <a:ext uri="{FF2B5EF4-FFF2-40B4-BE49-F238E27FC236}">
                <a16:creationId xmlns:a16="http://schemas.microsoft.com/office/drawing/2014/main" id="{E8A76D45-A59B-109A-8A49-C53EE08C9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976" y="2616293"/>
            <a:ext cx="2155846" cy="2626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358" y="2651761"/>
            <a:ext cx="11128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26,552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9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3,052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3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1,348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Jammu And Kashmir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49047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82149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515251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848353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9" y="3181455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514557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847659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180761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513863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846965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5180067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513169"/>
            <a:ext cx="43525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846277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Nagpur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Varanasi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Madurai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Dibrugarh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Bhubaneswar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Indore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Saharanpur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Visakhapatnam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Gwalior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1828228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19693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411158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702623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2994088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285553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577018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386848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159948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451413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4742878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034343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325808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9" y="5617273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9" y="5908738"/>
            <a:ext cx="37764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Gynaecologist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22871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13270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Pulmonologist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Surgeon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Gastroenterologist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973961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556891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9" y="3139821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3722751"/>
            <a:ext cx="37764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4305681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4888611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5471541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15266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8981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7502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1941576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2459736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4" y="2977896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5" y="3496056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014216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4" y="4532376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5" y="5050536"/>
            <a:ext cx="4416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105824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05824" y="5568696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22086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12311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5" y="2459736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4014216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3,079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1849047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2182149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515251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2848353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9" y="3181455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514557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9" y="3847659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180761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513863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846965"/>
            <a:ext cx="42885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5180067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513169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846277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Varanasi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Hubballi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Shillong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Bhopal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Madurai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Saharanpur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Visakhapatnam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Nagpur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Baruipur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Aurangabad Mh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28228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19693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9" y="2411158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2702623"/>
            <a:ext cx="10881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2994088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285553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577018"/>
            <a:ext cx="46725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3868483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159948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451413"/>
            <a:ext cx="43525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4742878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9" y="5034343"/>
            <a:ext cx="40965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9" y="5325808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8" y="5617273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8" y="5908738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736592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Gynaecologist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2612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Orthopedic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214884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2148840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30815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3081528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4014216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494690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4946904"/>
            <a:ext cx="5760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1973961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2556891"/>
            <a:ext cx="27523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4" y="3139821"/>
            <a:ext cx="33924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5" y="3722751"/>
            <a:ext cx="30083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305681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4" y="4888611"/>
            <a:ext cx="40325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4" y="5471541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2459736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5" y="4014216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 dirty="0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US" sz="4933" u="sng" dirty="0">
                <a:solidFill>
                  <a:schemeClr val="hlink"/>
                </a:solidFill>
                <a:hlinkClick r:id="rId3"/>
              </a:rPr>
              <a:t>https://hbdashboard.neodocs.in/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1172</Words>
  <Application>Microsoft Office PowerPoint</Application>
  <PresentationFormat>Widescreen</PresentationFormat>
  <Paragraphs>819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Helvetica Neue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8</cp:revision>
  <dcterms:created xsi:type="dcterms:W3CDTF">2025-11-20T10:32:54Z</dcterms:created>
  <dcterms:modified xsi:type="dcterms:W3CDTF">2025-12-03T09:23:58Z</dcterms:modified>
</cp:coreProperties>
</file>