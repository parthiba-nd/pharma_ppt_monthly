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D8099-1FF4-4964-9CC7-9DEFFD9157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B14C1-58DA-4649-A87D-35D3C71B1D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04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Akumentis Healthcare | Peak XV">
            <a:extLst>
              <a:ext uri="{FF2B5EF4-FFF2-40B4-BE49-F238E27FC236}">
                <a16:creationId xmlns:a16="http://schemas.microsoft.com/office/drawing/2014/main" id="{D6AD6F59-02A6-E443-FC52-114C8132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53137"/>
            <a:ext cx="47625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119270" y="5018201"/>
            <a:ext cx="5674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9,498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1,239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51525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Agra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Bahraich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Ghaziabad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Ranchi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Chandrapur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4544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577018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9" y="561727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08152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4014216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415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496056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05053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1,538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194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Uttarakhand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4180761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Ongole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Ajmer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Aligarh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Basti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Davangere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299408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5312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74287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49926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5034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226542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43128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597146"/>
            <a:ext cx="5120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55689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584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51846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1130</Words>
  <Application>Microsoft Office PowerPoint</Application>
  <PresentationFormat>Widescreen</PresentationFormat>
  <Paragraphs>787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7</cp:revision>
  <dcterms:created xsi:type="dcterms:W3CDTF">2025-11-20T10:32:54Z</dcterms:created>
  <dcterms:modified xsi:type="dcterms:W3CDTF">2025-12-03T09:23:11Z</dcterms:modified>
</cp:coreProperties>
</file>