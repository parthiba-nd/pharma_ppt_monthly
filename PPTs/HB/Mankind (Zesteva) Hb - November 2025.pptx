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98881-A8BA-4BB6-87E2-3FE643186B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71766-1146-4CC7-8AB0-56F0D3497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3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37020E-167B-C87A-8169-94D392C6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36" y="2757586"/>
            <a:ext cx="4384117" cy="239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15,590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1,659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181455"/>
            <a:ext cx="3968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514557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Prayagraj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Kolhapur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Gorakhpur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Moradabad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Akola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19693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41115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968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14275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201559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68180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3348008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401421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4680418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534662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73961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2556891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722751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5120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3,600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49047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Prayagraj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Moradabad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Akola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Kolhapur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Kanpur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47365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2994088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4480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148840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081528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4014216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4946904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73961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2556891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722751"/>
            <a:ext cx="42885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5" y="4888611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1149</Words>
  <Application>Microsoft Office PowerPoint</Application>
  <PresentationFormat>Widescreen</PresentationFormat>
  <Paragraphs>804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9</cp:revision>
  <dcterms:created xsi:type="dcterms:W3CDTF">2025-11-20T10:32:54Z</dcterms:created>
  <dcterms:modified xsi:type="dcterms:W3CDTF">2025-12-03T09:24:21Z</dcterms:modified>
</cp:coreProperties>
</file>