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050C0-28E5-444F-8FE4-997477BF4375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F7785-A534-4E58-881D-396212277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213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bdashboard.neodocs.in/pharmaInsight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HB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38DF7D0-89B7-9D25-ABD4-6832EA019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871" y="939296"/>
            <a:ext cx="9799983" cy="6205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A2434E-8DE4-71E2-D9EF-73592C3773A5}"/>
              </a:ext>
            </a:extLst>
          </p:cNvPr>
          <p:cNvSpPr txBox="1"/>
          <p:nvPr/>
        </p:nvSpPr>
        <p:spPr>
          <a:xfrm>
            <a:off x="228931" y="5522356"/>
            <a:ext cx="5535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i="0" u="none" strike="noStrike" dirty="0">
                <a:solidFill>
                  <a:srgbClr val="2F5496"/>
                </a:solidFill>
                <a:effectLst/>
                <a:latin typeface="Calibri" panose="020F0502020204030204" pitchFamily="34" charset="0"/>
              </a:rPr>
              <a:t>Instant Hemoglobin test on any phone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2" name="Google Shape;90;p13">
            <a:extLst>
              <a:ext uri="{FF2B5EF4-FFF2-40B4-BE49-F238E27FC236}">
                <a16:creationId xmlns:a16="http://schemas.microsoft.com/office/drawing/2014/main" id="{BE876ED6-9074-2CA3-3380-EA07BD7EAF7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7673" y="3163219"/>
            <a:ext cx="4518451" cy="1129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165" y="365760"/>
            <a:ext cx="212167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rPr sz="380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5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1,010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3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169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52%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1428" y="320041"/>
            <a:ext cx="69491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36178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69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Bihar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Jharkhand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1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Madhya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4904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49047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8214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9" y="2182149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5152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515251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8483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2848353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318145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3181455"/>
            <a:ext cx="3904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51455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3514557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84765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9" y="3847659"/>
            <a:ext cx="44165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41807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4180761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51386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9" y="4513863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846965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8" y="4846965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518006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8" y="5180067"/>
            <a:ext cx="43525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513169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8" y="5513169"/>
            <a:ext cx="4224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846277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846277"/>
            <a:ext cx="54406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1233" y="320041"/>
            <a:ext cx="67295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661548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Kochi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Lucknow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Pune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Vijayawada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59%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Cuttack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Nagpur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Thiruvananthapuram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Patna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Ranchi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28228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119693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411158"/>
            <a:ext cx="3904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2702623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8" y="2994088"/>
            <a:ext cx="46725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8" y="3285553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3577018"/>
            <a:ext cx="45445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9" y="3868483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8" y="4159948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9" y="4451413"/>
            <a:ext cx="37764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9" y="4742878"/>
            <a:ext cx="39684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8" y="5034343"/>
            <a:ext cx="40325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325808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91188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91188" y="5617273"/>
            <a:ext cx="43525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591188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591189" y="5908738"/>
            <a:ext cx="40965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2317" y="320041"/>
            <a:ext cx="7707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5034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3863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848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Neurologist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22654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9" y="2265426"/>
            <a:ext cx="33284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343128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3431286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459714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9" y="4597146"/>
            <a:ext cx="52486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6942" y="320041"/>
            <a:ext cx="69381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5" y="1973961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4" y="2556891"/>
            <a:ext cx="2880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105824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105825" y="3139821"/>
            <a:ext cx="31363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05824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05824" y="3722751"/>
            <a:ext cx="37124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05824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05824" y="4305681"/>
            <a:ext cx="40325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05824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05824" y="4888611"/>
            <a:ext cx="46725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105824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105824" y="5471541"/>
            <a:ext cx="64008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9067" y="320041"/>
            <a:ext cx="73338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5" y="2459736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4" y="4014216"/>
            <a:ext cx="40325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7513" y="2697480"/>
            <a:ext cx="53369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rPr sz="4000"/>
              <a:t>November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0762" y="3520440"/>
            <a:ext cx="29104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rPr sz="2000"/>
              <a:t>01-11-2025 to 30-11-2025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79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2512" y="265176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2912" y="265176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Anaemic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52%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2712" y="457200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2290" y="457201"/>
            <a:ext cx="46274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November 2025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189" y="320041"/>
            <a:ext cx="6349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28066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640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Jharkhand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Uttar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Rajasthan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7680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76806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2654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2265426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65404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9" y="2654046"/>
            <a:ext cx="40965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304266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8" y="3042666"/>
            <a:ext cx="4224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343128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9" y="3431286"/>
            <a:ext cx="36484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81990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9" y="3819906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42085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8" y="4208526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459714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9" y="4597146"/>
            <a:ext cx="58887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98576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8" y="4985766"/>
            <a:ext cx="48006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537438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8" y="5374386"/>
            <a:ext cx="4224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576300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8" y="5763006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0995" y="320041"/>
            <a:ext cx="6130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358384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4718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Ranchi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Balasore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Lucknow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Pune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Alappuzha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Cuttack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Kochi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Jaipur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1837944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1837944"/>
            <a:ext cx="29443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214884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9" y="2148840"/>
            <a:ext cx="40965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9118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91188" y="2459736"/>
            <a:ext cx="4224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91188" y="2770632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91189" y="2770632"/>
            <a:ext cx="36484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91188" y="30815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91189" y="3081528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91188" y="3392424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91189" y="3392424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91188" y="370332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1189" y="3703320"/>
            <a:ext cx="58887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9118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91188" y="4014216"/>
            <a:ext cx="48006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591188" y="4325112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91188" y="4325112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91188" y="46360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91188" y="4636008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591188" y="4946904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91188" y="4946904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591188" y="525780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91188" y="5257800"/>
            <a:ext cx="4224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591188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91188" y="5568696"/>
            <a:ext cx="64008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591188" y="5879592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591188" y="5879592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2079" y="320041"/>
            <a:ext cx="7107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66154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9118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91188" y="2459736"/>
            <a:ext cx="35204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9118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91188" y="4014216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703" y="320041"/>
            <a:ext cx="63385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00307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1"/>
          <a:ext cx="9176184" cy="4362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82%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72%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201559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4" y="2015598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268180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4" y="2681803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105824" y="33480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105825" y="3348008"/>
            <a:ext cx="36484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05824" y="40142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05824" y="4014213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05824" y="46804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05825" y="4680418"/>
            <a:ext cx="52486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05824" y="53466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05825" y="5346626"/>
            <a:ext cx="46085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8828" y="320041"/>
            <a:ext cx="67343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76184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3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Mild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Severe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98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02020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105824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05825" y="2459736"/>
            <a:ext cx="24963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05824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05824" y="4014216"/>
            <a:ext cx="4160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B69B25A1-A05C-E6CF-B098-3CD9FB1AE39E}"/>
              </a:ext>
            </a:extLst>
          </p:cNvPr>
          <p:cNvSpPr txBox="1">
            <a:spLocks/>
          </p:cNvSpPr>
          <p:nvPr/>
        </p:nvSpPr>
        <p:spPr>
          <a:xfrm>
            <a:off x="1238932" y="1919888"/>
            <a:ext cx="9714136" cy="22616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b="1" dirty="0"/>
              <a:t>For more insights, login here:</a:t>
            </a:r>
          </a:p>
          <a:p>
            <a:pPr algn="ctr">
              <a:lnSpc>
                <a:spcPct val="150000"/>
              </a:lnSpc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-US" sz="4933" u="sng" dirty="0">
                <a:solidFill>
                  <a:schemeClr val="hlink"/>
                </a:solidFill>
                <a:hlinkClick r:id="rId3"/>
              </a:rPr>
              <a:t>https://hbdashboard.neodocs.in/</a:t>
            </a:r>
            <a:endParaRPr lang="en-US" sz="49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889000" y="2239592"/>
            <a:ext cx="104140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5600"/>
            </a:pPr>
            <a:r>
              <a:rPr lang="en" sz="7466" b="1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667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2264281" y="5187784"/>
            <a:ext cx="7663600" cy="1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buClr>
                <a:srgbClr val="000000"/>
              </a:buClr>
              <a:buSzPts val="3800"/>
            </a:pPr>
            <a:endParaRPr sz="5067" u="sng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985" y="957834"/>
            <a:ext cx="7589367" cy="18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2264267" y="5086200"/>
            <a:ext cx="820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Contact Us: </a:t>
            </a: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Rajendra Bhaskar +91 99873 39111</a:t>
            </a:r>
            <a:endParaRPr sz="1867">
              <a:solidFill>
                <a:srgbClr val="21212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1066</Words>
  <Application>Microsoft Office PowerPoint</Application>
  <PresentationFormat>Widescreen</PresentationFormat>
  <Paragraphs>733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Helvetica Neue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9</cp:revision>
  <dcterms:created xsi:type="dcterms:W3CDTF">2025-11-20T10:32:54Z</dcterms:created>
  <dcterms:modified xsi:type="dcterms:W3CDTF">2025-12-03T09:24:44Z</dcterms:modified>
</cp:coreProperties>
</file>