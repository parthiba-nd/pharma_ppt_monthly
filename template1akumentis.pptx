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Akumentis Healthcare | Peak XV">
            <a:extLst>
              <a:ext uri="{FF2B5EF4-FFF2-40B4-BE49-F238E27FC236}">
                <a16:creationId xmlns:a16="http://schemas.microsoft.com/office/drawing/2014/main" id="{D6AD6F59-02A6-E443-FC52-114C8132F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8" y="2753137"/>
            <a:ext cx="47625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119270" y="5018201"/>
            <a:ext cx="56749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6</cp:revision>
  <dcterms:created xsi:type="dcterms:W3CDTF">2025-11-20T10:32:54Z</dcterms:created>
  <dcterms:modified xsi:type="dcterms:W3CDTF">2025-11-27T06:28:11Z</dcterms:modified>
</cp:coreProperties>
</file>