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92007-5DE8-4602-A438-F4AEC4ACEED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667FA-FF87-4815-A5A1-60B5BCB26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06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Ipca Laboratories - Wikipedia">
            <a:extLst>
              <a:ext uri="{FF2B5EF4-FFF2-40B4-BE49-F238E27FC236}">
                <a16:creationId xmlns:a16="http://schemas.microsoft.com/office/drawing/2014/main" id="{434CD5C6-784F-8A0D-06AD-5A998D93D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38" y="2766349"/>
            <a:ext cx="4943046" cy="190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1,094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374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Haryana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Punjab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49047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82149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515251"/>
            <a:ext cx="5760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848353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3181455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4" y="3514557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847659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4180761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4" y="4513863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846965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4" y="5180067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513169"/>
            <a:ext cx="4864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846277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Surat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Bilaspur Ch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Dibrugarh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Navi 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Thiruvananthapuram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Tiruchirappalli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Malegaon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28228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19693"/>
            <a:ext cx="5120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411158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702623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2994088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3577018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3868483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4" y="4159948"/>
            <a:ext cx="23682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4" y="4451413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4" y="4742878"/>
            <a:ext cx="2560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034343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325808"/>
            <a:ext cx="4480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3" y="5617273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3" y="5908738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01559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68180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48008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4014213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4680418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534662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1941576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2977896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8" y="3496056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8" y="401421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9" y="453237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9" y="505053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9" y="4014216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79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25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9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10554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670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Assam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72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72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Jammu And Kashmir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618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861859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22058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220585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5793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579311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93803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938037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2967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3296763"/>
            <a:ext cx="52486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65548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655489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401421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4014215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43729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4372941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7316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731667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50903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5090393"/>
            <a:ext cx="4800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544911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5449119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8078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80784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Surat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Thiruvananthapuram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Dibrugarh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Itarsi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North Lakhimpur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Varanasi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Bhubaneswar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Bhavnagar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Raebarely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Shivpuri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28228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119693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411158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4" y="2702623"/>
            <a:ext cx="55686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2994088"/>
            <a:ext cx="4480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3577018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386848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15994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3" y="445141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4742878"/>
            <a:ext cx="4800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034343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325808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3" y="5617273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3" y="590873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89204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711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2071116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848356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6255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3625596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4028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4" y="4402836"/>
            <a:ext cx="55686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51800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5180076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1941576"/>
            <a:ext cx="7680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2977896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9" y="3496056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9" y="4014216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53237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05053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1143</Words>
  <Application>Microsoft Office PowerPoint</Application>
  <PresentationFormat>Widescreen</PresentationFormat>
  <Paragraphs>731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5</cp:revision>
  <dcterms:created xsi:type="dcterms:W3CDTF">2025-11-20T10:32:54Z</dcterms:created>
  <dcterms:modified xsi:type="dcterms:W3CDTF">2025-12-01T12:55:23Z</dcterms:modified>
</cp:coreProperties>
</file>