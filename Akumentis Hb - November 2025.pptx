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4AB22-2FF1-4B39-BD8E-A418DCAF0EEB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659ED-AC2D-4802-8558-6FA45CE5A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66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Akumentis Healthcare | Peak XV">
            <a:extLst>
              <a:ext uri="{FF2B5EF4-FFF2-40B4-BE49-F238E27FC236}">
                <a16:creationId xmlns:a16="http://schemas.microsoft.com/office/drawing/2014/main" id="{D6AD6F59-02A6-E443-FC52-114C8132F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8" y="2753137"/>
            <a:ext cx="47625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119270" y="5018201"/>
            <a:ext cx="5674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9,498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1,239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8214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51525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848353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Agra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Ongole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Bahraich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Ghaziabad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Ranchi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Vijayawada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Chandrapur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41115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4544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577018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9" y="561727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148840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08152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4014216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4946904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4157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459736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29778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496056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05053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1,538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194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4180761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Ongole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Ajmer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Aligarh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Basti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Davangere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299408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53126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49926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5034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226542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43128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4597146"/>
            <a:ext cx="5120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73961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55689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722751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5184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1130</Words>
  <Application>Microsoft Office PowerPoint</Application>
  <PresentationFormat>Widescreen</PresentationFormat>
  <Paragraphs>787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7</cp:revision>
  <dcterms:created xsi:type="dcterms:W3CDTF">2025-11-20T10:32:54Z</dcterms:created>
  <dcterms:modified xsi:type="dcterms:W3CDTF">2025-12-01T12:58:18Z</dcterms:modified>
</cp:coreProperties>
</file>