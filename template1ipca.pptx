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Ipca Laboratories - Wikipedia">
            <a:extLst>
              <a:ext uri="{FF2B5EF4-FFF2-40B4-BE49-F238E27FC236}">
                <a16:creationId xmlns:a16="http://schemas.microsoft.com/office/drawing/2014/main" id="{434CD5C6-784F-8A0D-06AD-5A998D93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8" y="2766349"/>
            <a:ext cx="4943046" cy="190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2025-11-27T06:25:12Z</dcterms:modified>
</cp:coreProperties>
</file>