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893905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5420758" cy="6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B5394"/>
                </a:solidFill>
              </a:rPr>
              <a:t>Instant UACR on any phone </a:t>
            </a:r>
            <a:endParaRPr sz="20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B5394"/>
                </a:solidFill>
              </a:rPr>
              <a:t>In-clinic + At-home</a:t>
            </a:r>
            <a:endParaRPr sz="20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36B99462-F526-19E7-3B26-13034F9FAE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87" y="2758603"/>
            <a:ext cx="5716809" cy="17731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2025-11-26T08:45:32Z</dcterms:modified>
</cp:coreProperties>
</file>